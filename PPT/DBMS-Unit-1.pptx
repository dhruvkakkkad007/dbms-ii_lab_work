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4"/>
  </p:notesMasterIdLst>
  <p:sldIdLst>
    <p:sldId id="283" r:id="rId2"/>
    <p:sldId id="292" r:id="rId3"/>
    <p:sldId id="288" r:id="rId4"/>
    <p:sldId id="290" r:id="rId5"/>
    <p:sldId id="325" r:id="rId6"/>
    <p:sldId id="326" r:id="rId7"/>
    <p:sldId id="700" r:id="rId8"/>
    <p:sldId id="366" r:id="rId9"/>
    <p:sldId id="367" r:id="rId10"/>
    <p:sldId id="291" r:id="rId11"/>
    <p:sldId id="368" r:id="rId12"/>
    <p:sldId id="369" r:id="rId13"/>
    <p:sldId id="370" r:id="rId14"/>
    <p:sldId id="732" r:id="rId15"/>
    <p:sldId id="289" r:id="rId16"/>
    <p:sldId id="327" r:id="rId17"/>
    <p:sldId id="746" r:id="rId18"/>
    <p:sldId id="328" r:id="rId19"/>
    <p:sldId id="329" r:id="rId20"/>
    <p:sldId id="673" r:id="rId21"/>
    <p:sldId id="687" r:id="rId22"/>
    <p:sldId id="689" r:id="rId23"/>
    <p:sldId id="690" r:id="rId24"/>
    <p:sldId id="692" r:id="rId25"/>
    <p:sldId id="694" r:id="rId26"/>
    <p:sldId id="696" r:id="rId27"/>
    <p:sldId id="693" r:id="rId28"/>
    <p:sldId id="695" r:id="rId29"/>
    <p:sldId id="683" r:id="rId30"/>
    <p:sldId id="684" r:id="rId31"/>
    <p:sldId id="685" r:id="rId32"/>
    <p:sldId id="735" r:id="rId33"/>
    <p:sldId id="736" r:id="rId34"/>
    <p:sldId id="737" r:id="rId35"/>
    <p:sldId id="740" r:id="rId36"/>
    <p:sldId id="741" r:id="rId37"/>
    <p:sldId id="738" r:id="rId38"/>
    <p:sldId id="739" r:id="rId39"/>
    <p:sldId id="743" r:id="rId40"/>
    <p:sldId id="744" r:id="rId41"/>
    <p:sldId id="745" r:id="rId42"/>
    <p:sldId id="733" r:id="rId43"/>
  </p:sldIdLst>
  <p:sldSz cx="12192000" cy="6858000"/>
  <p:notesSz cx="6858000" cy="9144000"/>
  <p:embeddedFontLst>
    <p:embeddedFont>
      <p:font typeface="Wingdings 3" panose="05040102010807070707" pitchFamily="18" charset="2"/>
      <p:regular r:id="rId45"/>
    </p:embeddedFont>
    <p:embeddedFont>
      <p:font typeface="Segoe UI Black" panose="020B0A02040204020203" pitchFamily="34" charset="0"/>
      <p:bold r:id="rId46"/>
      <p:boldItalic r:id="rId47"/>
    </p:embeddedFont>
    <p:embeddedFont>
      <p:font typeface="Lohit Gujarati" panose="020B0604020202020204" charset="0"/>
      <p:regular r:id="rId48"/>
    </p:embeddedFont>
    <p:embeddedFont>
      <p:font typeface="Wingdings 2" panose="05020102010507070707" pitchFamily="18" charset="2"/>
      <p:regular r:id="rId49"/>
    </p:embeddedFont>
    <p:embeddedFont>
      <p:font typeface="Roboto Condensed" panose="02000000000000000000" pitchFamily="2" charset="0"/>
      <p:regular r:id="rId50"/>
      <p:bold r:id="rId51"/>
      <p:italic r:id="rId52"/>
      <p:boldItalic r:id="rId53"/>
    </p:embeddedFon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Roboto Condensed Light" panose="02000000000000000000" pitchFamily="2" charset="0"/>
      <p:regular r:id="rId58"/>
      <p:italic r:id="rId59"/>
    </p:embeddedFont>
    <p:embeddedFont>
      <p:font typeface="Consolas" panose="020B0609020204030204" pitchFamily="49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6+7mO99ui7A1Z4hEQ8YiA==" hashData="Z7o111mkeySIGxyrQMCV9iDlOgUHGcyc8OGGW1qUa7fB2LauI3M9+G+DG4BdWBN5AskDSUQTs4wv5KvFczo60Q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D10233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5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font" Target="fonts/font19.fntdata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C5D15607-3D89-4432-AEBA-7EDDE20FB0FE}"/>
    <pc:docChg chg="undo redo custSel addSld delSld modSld sldOrd modMainMaster">
      <pc:chgData name="Naimish Vadodariya" userId="d2e325c0593a319e" providerId="LiveId" clId="{C5D15607-3D89-4432-AEBA-7EDDE20FB0FE}" dt="2022-08-05T03:17:05.330" v="5951" actId="20577"/>
      <pc:docMkLst>
        <pc:docMk/>
      </pc:docMkLst>
      <pc:sldChg chg="addSp delSp modSp mod modAnim modShow">
        <pc:chgData name="Naimish Vadodariya" userId="d2e325c0593a319e" providerId="LiveId" clId="{C5D15607-3D89-4432-AEBA-7EDDE20FB0FE}" dt="2022-07-19T03:01:25.154" v="3105"/>
        <pc:sldMkLst>
          <pc:docMk/>
          <pc:sldMk cId="1915482141" sldId="289"/>
        </pc:sldMkLst>
        <pc:spChg chg="mod">
          <ac:chgData name="Naimish Vadodariya" userId="d2e325c0593a319e" providerId="LiveId" clId="{C5D15607-3D89-4432-AEBA-7EDDE20FB0FE}" dt="2022-07-19T03:01:12.178" v="3103" actId="207"/>
          <ac:spMkLst>
            <pc:docMk/>
            <pc:sldMk cId="1915482141" sldId="289"/>
            <ac:spMk id="4" creationId="{E9A4A388-3701-E936-5D61-943EDF699402}"/>
          </ac:spMkLst>
        </pc:spChg>
        <pc:spChg chg="add del">
          <ac:chgData name="Naimish Vadodariya" userId="d2e325c0593a319e" providerId="LiveId" clId="{C5D15607-3D89-4432-AEBA-7EDDE20FB0FE}" dt="2022-07-19T02:29:25.643" v="2857" actId="22"/>
          <ac:spMkLst>
            <pc:docMk/>
            <pc:sldMk cId="1915482141" sldId="289"/>
            <ac:spMk id="6" creationId="{DF883062-68C9-D58C-3D22-6EAD5B863027}"/>
          </ac:spMkLst>
        </pc:spChg>
      </pc:sldChg>
      <pc:sldChg chg="mod ord modShow">
        <pc:chgData name="Naimish Vadodariya" userId="d2e325c0593a319e" providerId="LiveId" clId="{C5D15607-3D89-4432-AEBA-7EDDE20FB0FE}" dt="2022-07-19T02:17:58.637" v="2794"/>
        <pc:sldMkLst>
          <pc:docMk/>
          <pc:sldMk cId="2554711902" sldId="291"/>
        </pc:sldMkLst>
      </pc:sldChg>
      <pc:sldChg chg="modSp modAnim">
        <pc:chgData name="Naimish Vadodariya" userId="d2e325c0593a319e" providerId="LiveId" clId="{C5D15607-3D89-4432-AEBA-7EDDE20FB0FE}" dt="2022-07-18T14:37:31.026" v="2684"/>
        <pc:sldMkLst>
          <pc:docMk/>
          <pc:sldMk cId="4216305698" sldId="292"/>
        </pc:sldMkLst>
        <pc:spChg chg="mod">
          <ac:chgData name="Naimish Vadodariya" userId="d2e325c0593a319e" providerId="LiveId" clId="{C5D15607-3D89-4432-AEBA-7EDDE20FB0FE}" dt="2022-07-18T14:36:52.481" v="2682" actId="948"/>
          <ac:spMkLst>
            <pc:docMk/>
            <pc:sldMk cId="4216305698" sldId="292"/>
            <ac:spMk id="9" creationId="{BDA2F9A4-6988-4274-8384-12496EC9D59D}"/>
          </ac:spMkLst>
        </pc:spChg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860720266" sldId="303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565845506" sldId="304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96689023" sldId="316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210675511" sldId="317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572927649" sldId="318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2261901468" sldId="319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619968667" sldId="320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602832238" sldId="321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2220660272" sldId="322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468316610" sldId="323"/>
        </pc:sldMkLst>
      </pc:sldChg>
      <pc:sldChg chg="modAnim">
        <pc:chgData name="Naimish Vadodariya" userId="d2e325c0593a319e" providerId="LiveId" clId="{C5D15607-3D89-4432-AEBA-7EDDE20FB0FE}" dt="2022-07-14T18:18:52.663" v="889"/>
        <pc:sldMkLst>
          <pc:docMk/>
          <pc:sldMk cId="1234560127" sldId="325"/>
        </pc:sldMkLst>
      </pc:sldChg>
      <pc:sldChg chg="modSp mod modShow">
        <pc:chgData name="Naimish Vadodariya" userId="d2e325c0593a319e" providerId="LiveId" clId="{C5D15607-3D89-4432-AEBA-7EDDE20FB0FE}" dt="2022-07-19T02:44:26.171" v="3047" actId="20577"/>
        <pc:sldMkLst>
          <pc:docMk/>
          <pc:sldMk cId="200374224" sldId="327"/>
        </pc:sldMkLst>
        <pc:spChg chg="mod">
          <ac:chgData name="Naimish Vadodariya" userId="d2e325c0593a319e" providerId="LiveId" clId="{C5D15607-3D89-4432-AEBA-7EDDE20FB0FE}" dt="2022-07-19T02:44:26.171" v="3047" actId="20577"/>
          <ac:spMkLst>
            <pc:docMk/>
            <pc:sldMk cId="200374224" sldId="327"/>
            <ac:spMk id="3" creationId="{6C915463-E8EE-4502-8261-E337007EFAAF}"/>
          </ac:spMkLst>
        </pc:spChg>
      </pc:sldChg>
      <pc:sldChg chg="addSp modSp mod modAnim modShow">
        <pc:chgData name="Naimish Vadodariya" userId="d2e325c0593a319e" providerId="LiveId" clId="{C5D15607-3D89-4432-AEBA-7EDDE20FB0FE}" dt="2022-08-02T13:53:36.806" v="5916" actId="255"/>
        <pc:sldMkLst>
          <pc:docMk/>
          <pc:sldMk cId="700880048" sldId="328"/>
        </pc:sldMkLst>
        <pc:spChg chg="mod">
          <ac:chgData name="Naimish Vadodariya" userId="d2e325c0593a319e" providerId="LiveId" clId="{C5D15607-3D89-4432-AEBA-7EDDE20FB0FE}" dt="2022-07-21T05:54:54.219" v="4690" actId="20577"/>
          <ac:spMkLst>
            <pc:docMk/>
            <pc:sldMk cId="700880048" sldId="328"/>
            <ac:spMk id="3" creationId="{139A428D-8F15-4206-B337-FA27C005FA71}"/>
          </ac:spMkLst>
        </pc:spChg>
        <pc:spChg chg="add mod">
          <ac:chgData name="Naimish Vadodariya" userId="d2e325c0593a319e" providerId="LiveId" clId="{C5D15607-3D89-4432-AEBA-7EDDE20FB0FE}" dt="2022-08-02T13:05:10.165" v="5340" actId="14100"/>
          <ac:spMkLst>
            <pc:docMk/>
            <pc:sldMk cId="700880048" sldId="328"/>
            <ac:spMk id="4" creationId="{CCC04B9A-372A-EC90-3C6F-D0D5053FC9E8}"/>
          </ac:spMkLst>
        </pc:spChg>
        <pc:spChg chg="add mod">
          <ac:chgData name="Naimish Vadodariya" userId="d2e325c0593a319e" providerId="LiveId" clId="{C5D15607-3D89-4432-AEBA-7EDDE20FB0FE}" dt="2022-07-21T05:53:17.893" v="4652" actId="20577"/>
          <ac:spMkLst>
            <pc:docMk/>
            <pc:sldMk cId="700880048" sldId="328"/>
            <ac:spMk id="5" creationId="{CE0FA9D8-CF4E-09C5-DF26-91A1787E70BF}"/>
          </ac:spMkLst>
        </pc:spChg>
        <pc:spChg chg="add mod">
          <ac:chgData name="Naimish Vadodariya" userId="d2e325c0593a319e" providerId="LiveId" clId="{C5D15607-3D89-4432-AEBA-7EDDE20FB0FE}" dt="2022-08-02T13:10:02.043" v="5414" actId="14100"/>
          <ac:spMkLst>
            <pc:docMk/>
            <pc:sldMk cId="700880048" sldId="328"/>
            <ac:spMk id="6" creationId="{353A77F3-764F-7414-ADFD-5B1C93E8B16C}"/>
          </ac:spMkLst>
        </pc:spChg>
        <pc:spChg chg="add mod">
          <ac:chgData name="Naimish Vadodariya" userId="d2e325c0593a319e" providerId="LiveId" clId="{C5D15607-3D89-4432-AEBA-7EDDE20FB0FE}" dt="2022-08-02T13:10:14.401" v="5415" actId="1076"/>
          <ac:spMkLst>
            <pc:docMk/>
            <pc:sldMk cId="700880048" sldId="328"/>
            <ac:spMk id="7" creationId="{2890E29D-2083-62D6-3DB7-6088BB5FA4B3}"/>
          </ac:spMkLst>
        </pc:spChg>
        <pc:spChg chg="add mod">
          <ac:chgData name="Naimish Vadodariya" userId="d2e325c0593a319e" providerId="LiveId" clId="{C5D15607-3D89-4432-AEBA-7EDDE20FB0FE}" dt="2022-08-02T13:53:36.806" v="5916" actId="255"/>
          <ac:spMkLst>
            <pc:docMk/>
            <pc:sldMk cId="700880048" sldId="328"/>
            <ac:spMk id="8" creationId="{4FC96081-BE46-4D73-6C6E-20B12FCB9D84}"/>
          </ac:spMkLst>
        </pc:spChg>
        <pc:spChg chg="add mod">
          <ac:chgData name="Naimish Vadodariya" userId="d2e325c0593a319e" providerId="LiveId" clId="{C5D15607-3D89-4432-AEBA-7EDDE20FB0FE}" dt="2022-08-02T13:10:14.401" v="5415" actId="1076"/>
          <ac:spMkLst>
            <pc:docMk/>
            <pc:sldMk cId="700880048" sldId="328"/>
            <ac:spMk id="9" creationId="{9EF3D285-9AF2-E4F2-E778-8A63B9856DB3}"/>
          </ac:spMkLst>
        </pc:spChg>
      </pc:sldChg>
      <pc:sldChg chg="modSp mod modAnim modShow">
        <pc:chgData name="Naimish Vadodariya" userId="d2e325c0593a319e" providerId="LiveId" clId="{C5D15607-3D89-4432-AEBA-7EDDE20FB0FE}" dt="2022-07-22T07:11:40.938" v="4737" actId="20577"/>
        <pc:sldMkLst>
          <pc:docMk/>
          <pc:sldMk cId="2908367801" sldId="329"/>
        </pc:sldMkLst>
        <pc:spChg chg="mod">
          <ac:chgData name="Naimish Vadodariya" userId="d2e325c0593a319e" providerId="LiveId" clId="{C5D15607-3D89-4432-AEBA-7EDDE20FB0FE}" dt="2022-07-21T05:56:50.954" v="4726" actId="20577"/>
          <ac:spMkLst>
            <pc:docMk/>
            <pc:sldMk cId="2908367801" sldId="329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7-22T07:11:40.938" v="4737" actId="20577"/>
          <ac:spMkLst>
            <pc:docMk/>
            <pc:sldMk cId="2908367801" sldId="329"/>
            <ac:spMk id="3" creationId="{139A428D-8F15-4206-B337-FA27C005FA71}"/>
          </ac:spMkLst>
        </pc:spChg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2459902967" sldId="330"/>
        </pc:sldMkLst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3640156525" sldId="331"/>
        </pc:sldMkLst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1849273504" sldId="332"/>
        </pc:sldMkLst>
      </pc:sldChg>
      <pc:sldChg chg="modSp mod">
        <pc:chgData name="Naimish Vadodariya" userId="d2e325c0593a319e" providerId="LiveId" clId="{C5D15607-3D89-4432-AEBA-7EDDE20FB0FE}" dt="2022-07-14T17:33:27.994" v="370" actId="14100"/>
        <pc:sldMkLst>
          <pc:docMk/>
          <pc:sldMk cId="3562170766" sldId="339"/>
        </pc:sldMkLst>
        <pc:picChg chg="mod">
          <ac:chgData name="Naimish Vadodariya" userId="d2e325c0593a319e" providerId="LiveId" clId="{C5D15607-3D89-4432-AEBA-7EDDE20FB0FE}" dt="2022-07-14T17:33:27.994" v="370" actId="14100"/>
          <ac:picMkLst>
            <pc:docMk/>
            <pc:sldMk cId="3562170766" sldId="339"/>
            <ac:picMk id="9" creationId="{00000000-0000-0000-0000-000000000000}"/>
          </ac:picMkLst>
        </pc:picChg>
      </pc:sldChg>
      <pc:sldChg chg="modSp mod">
        <pc:chgData name="Naimish Vadodariya" userId="d2e325c0593a319e" providerId="LiveId" clId="{C5D15607-3D89-4432-AEBA-7EDDE20FB0FE}" dt="2022-07-14T16:59:36.839" v="29" actId="20577"/>
        <pc:sldMkLst>
          <pc:docMk/>
          <pc:sldMk cId="181536675" sldId="345"/>
        </pc:sldMkLst>
        <pc:spChg chg="mod">
          <ac:chgData name="Naimish Vadodariya" userId="d2e325c0593a319e" providerId="LiveId" clId="{C5D15607-3D89-4432-AEBA-7EDDE20FB0FE}" dt="2022-07-14T16:59:36.839" v="29" actId="20577"/>
          <ac:spMkLst>
            <pc:docMk/>
            <pc:sldMk cId="181536675" sldId="345"/>
            <ac:spMk id="2" creationId="{095EF1AA-B384-4B3C-AA64-26D31B983DC1}"/>
          </ac:spMkLst>
        </pc:spChg>
      </pc:sldChg>
      <pc:sldChg chg="modSp mod">
        <pc:chgData name="Naimish Vadodariya" userId="d2e325c0593a319e" providerId="LiveId" clId="{C5D15607-3D89-4432-AEBA-7EDDE20FB0FE}" dt="2022-07-14T16:59:31.115" v="25" actId="20577"/>
        <pc:sldMkLst>
          <pc:docMk/>
          <pc:sldMk cId="3714275617" sldId="346"/>
        </pc:sldMkLst>
        <pc:spChg chg="mod">
          <ac:chgData name="Naimish Vadodariya" userId="d2e325c0593a319e" providerId="LiveId" clId="{C5D15607-3D89-4432-AEBA-7EDDE20FB0FE}" dt="2022-07-14T16:59:31.115" v="25" actId="20577"/>
          <ac:spMkLst>
            <pc:docMk/>
            <pc:sldMk cId="3714275617" sldId="346"/>
            <ac:spMk id="2" creationId="{095EF1AA-B384-4B3C-AA64-26D31B983DC1}"/>
          </ac:spMkLst>
        </pc:spChg>
      </pc:sldChg>
      <pc:sldChg chg="modSp mod">
        <pc:chgData name="Naimish Vadodariya" userId="d2e325c0593a319e" providerId="LiveId" clId="{C5D15607-3D89-4432-AEBA-7EDDE20FB0FE}" dt="2022-07-14T17:08:52.968" v="139" actId="20577"/>
        <pc:sldMkLst>
          <pc:docMk/>
          <pc:sldMk cId="3319134064" sldId="347"/>
        </pc:sldMkLst>
        <pc:spChg chg="mod">
          <ac:chgData name="Naimish Vadodariya" userId="d2e325c0593a319e" providerId="LiveId" clId="{C5D15607-3D89-4432-AEBA-7EDDE20FB0FE}" dt="2022-07-14T16:59:26.269" v="21" actId="20577"/>
          <ac:spMkLst>
            <pc:docMk/>
            <pc:sldMk cId="3319134064" sldId="347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4T17:08:52.968" v="139" actId="20577"/>
          <ac:spMkLst>
            <pc:docMk/>
            <pc:sldMk cId="3319134064" sldId="347"/>
            <ac:spMk id="13" creationId="{00000000-0000-0000-0000-000000000000}"/>
          </ac:spMkLst>
        </pc:spChg>
      </pc:sldChg>
      <pc:sldChg chg="addSp delSp modSp mod delAnim modAnim">
        <pc:chgData name="Naimish Vadodariya" userId="d2e325c0593a319e" providerId="LiveId" clId="{C5D15607-3D89-4432-AEBA-7EDDE20FB0FE}" dt="2022-07-14T17:27:02.431" v="339" actId="14100"/>
        <pc:sldMkLst>
          <pc:docMk/>
          <pc:sldMk cId="434497636" sldId="348"/>
        </pc:sldMkLst>
        <pc:spChg chg="mod">
          <ac:chgData name="Naimish Vadodariya" userId="d2e325c0593a319e" providerId="LiveId" clId="{C5D15607-3D89-4432-AEBA-7EDDE20FB0FE}" dt="2022-07-14T16:59:18.219" v="18" actId="20577"/>
          <ac:spMkLst>
            <pc:docMk/>
            <pc:sldMk cId="434497636" sldId="348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7:24:28.658" v="312" actId="478"/>
          <ac:spMkLst>
            <pc:docMk/>
            <pc:sldMk cId="434497636" sldId="348"/>
            <ac:spMk id="5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24:30.295" v="313" actId="478"/>
          <ac:spMkLst>
            <pc:docMk/>
            <pc:sldMk cId="434497636" sldId="348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1:27.461" v="295" actId="20577"/>
          <ac:spMkLst>
            <pc:docMk/>
            <pc:sldMk cId="434497636" sldId="348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23:09.658" v="307" actId="478"/>
          <ac:spMkLst>
            <pc:docMk/>
            <pc:sldMk cId="434497636" sldId="348"/>
            <ac:spMk id="14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5:00.578" v="332" actId="1036"/>
          <ac:spMkLst>
            <pc:docMk/>
            <pc:sldMk cId="434497636" sldId="348"/>
            <ac:spMk id="17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27:02.431" v="339" actId="14100"/>
          <ac:spMkLst>
            <pc:docMk/>
            <pc:sldMk cId="434497636" sldId="348"/>
            <ac:spMk id="18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5:00.578" v="332" actId="1036"/>
          <ac:spMkLst>
            <pc:docMk/>
            <pc:sldMk cId="434497636" sldId="348"/>
            <ac:spMk id="19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4T17:22:58.825" v="303" actId="478"/>
          <ac:spMkLst>
            <pc:docMk/>
            <pc:sldMk cId="434497636" sldId="348"/>
            <ac:spMk id="21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23:05.988" v="305" actId="478"/>
          <ac:spMkLst>
            <pc:docMk/>
            <pc:sldMk cId="434497636" sldId="348"/>
            <ac:spMk id="23" creationId="{72A86601-7B9C-F9F6-5604-2455DAE19E61}"/>
          </ac:spMkLst>
        </pc:spChg>
        <pc:spChg chg="del mod">
          <ac:chgData name="Naimish Vadodariya" userId="d2e325c0593a319e" providerId="LiveId" clId="{C5D15607-3D89-4432-AEBA-7EDDE20FB0FE}" dt="2022-07-14T17:22:56.841" v="302" actId="478"/>
          <ac:spMkLst>
            <pc:docMk/>
            <pc:sldMk cId="434497636" sldId="348"/>
            <ac:spMk id="27" creationId="{72A86601-7B9C-F9F6-5604-2455DAE19E61}"/>
          </ac:spMkLst>
        </pc:spChg>
        <pc:picChg chg="add mod">
          <ac:chgData name="Naimish Vadodariya" userId="d2e325c0593a319e" providerId="LiveId" clId="{C5D15607-3D89-4432-AEBA-7EDDE20FB0FE}" dt="2022-07-14T17:25:00.578" v="332" actId="1036"/>
          <ac:picMkLst>
            <pc:docMk/>
            <pc:sldMk cId="434497636" sldId="348"/>
            <ac:picMk id="4" creationId="{3F2BCC9E-F3C4-866E-9808-E3822D192EFE}"/>
          </ac:picMkLst>
        </pc:picChg>
        <pc:picChg chg="del">
          <ac:chgData name="Naimish Vadodariya" userId="d2e325c0593a319e" providerId="LiveId" clId="{C5D15607-3D89-4432-AEBA-7EDDE20FB0FE}" dt="2022-07-14T17:23:12.520" v="308" actId="478"/>
          <ac:picMkLst>
            <pc:docMk/>
            <pc:sldMk cId="434497636" sldId="348"/>
            <ac:picMk id="6" creationId="{44B127CF-A2B4-C301-5C23-6FA165059264}"/>
          </ac:picMkLst>
        </pc:picChg>
        <pc:picChg chg="del">
          <ac:chgData name="Naimish Vadodariya" userId="d2e325c0593a319e" providerId="LiveId" clId="{C5D15607-3D89-4432-AEBA-7EDDE20FB0FE}" dt="2022-07-14T17:23:04.207" v="304" actId="478"/>
          <ac:picMkLst>
            <pc:docMk/>
            <pc:sldMk cId="434497636" sldId="348"/>
            <ac:picMk id="15" creationId="{9E8B019E-3F26-E8ED-16FD-24166CF9D405}"/>
          </ac:picMkLst>
        </pc:picChg>
        <pc:picChg chg="del">
          <ac:chgData name="Naimish Vadodariya" userId="d2e325c0593a319e" providerId="LiveId" clId="{C5D15607-3D89-4432-AEBA-7EDDE20FB0FE}" dt="2022-07-14T17:23:07.327" v="306" actId="478"/>
          <ac:picMkLst>
            <pc:docMk/>
            <pc:sldMk cId="434497636" sldId="348"/>
            <ac:picMk id="20" creationId="{195C1E1A-4118-D8D2-4424-2FD7E5ADD5CF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8T02:34:57.327" v="1910" actId="20577"/>
        <pc:sldMkLst>
          <pc:docMk/>
          <pc:sldMk cId="2709924892" sldId="349"/>
        </pc:sldMkLst>
        <pc:spChg chg="mod">
          <ac:chgData name="Naimish Vadodariya" userId="d2e325c0593a319e" providerId="LiveId" clId="{C5D15607-3D89-4432-AEBA-7EDDE20FB0FE}" dt="2022-07-14T16:59:11.307" v="7" actId="20577"/>
          <ac:spMkLst>
            <pc:docMk/>
            <pc:sldMk cId="2709924892" sldId="349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7:07:33.665" v="50" actId="478"/>
          <ac:spMkLst>
            <pc:docMk/>
            <pc:sldMk cId="2709924892" sldId="349"/>
            <ac:spMk id="5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07:35.634" v="51" actId="478"/>
          <ac:spMkLst>
            <pc:docMk/>
            <pc:sldMk cId="2709924892" sldId="349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09:06.188" v="140" actId="123"/>
          <ac:spMkLst>
            <pc:docMk/>
            <pc:sldMk cId="2709924892" sldId="349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07:38.532" v="52" actId="478"/>
          <ac:spMkLst>
            <pc:docMk/>
            <pc:sldMk cId="2709924892" sldId="349"/>
            <ac:spMk id="14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09:53.168" v="188" actId="1076"/>
          <ac:spMkLst>
            <pc:docMk/>
            <pc:sldMk cId="2709924892" sldId="349"/>
            <ac:spMk id="17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10:00.246" v="189" actId="554"/>
          <ac:spMkLst>
            <pc:docMk/>
            <pc:sldMk cId="2709924892" sldId="349"/>
            <ac:spMk id="18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10:45.409" v="207" actId="1037"/>
          <ac:spMkLst>
            <pc:docMk/>
            <pc:sldMk cId="2709924892" sldId="349"/>
            <ac:spMk id="19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8T02:34:57.327" v="1910" actId="20577"/>
          <ac:spMkLst>
            <pc:docMk/>
            <pc:sldMk cId="2709924892" sldId="349"/>
            <ac:spMk id="21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13:40.072" v="239" actId="1076"/>
          <ac:spMkLst>
            <pc:docMk/>
            <pc:sldMk cId="2709924892" sldId="349"/>
            <ac:spMk id="23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13:40.072" v="239" actId="1076"/>
          <ac:spMkLst>
            <pc:docMk/>
            <pc:sldMk cId="2709924892" sldId="349"/>
            <ac:spMk id="27" creationId="{72A86601-7B9C-F9F6-5604-2455DAE19E61}"/>
          </ac:spMkLst>
        </pc:spChg>
        <pc:picChg chg="add mod">
          <ac:chgData name="Naimish Vadodariya" userId="d2e325c0593a319e" providerId="LiveId" clId="{C5D15607-3D89-4432-AEBA-7EDDE20FB0FE}" dt="2022-07-14T17:10:45.409" v="207" actId="1037"/>
          <ac:picMkLst>
            <pc:docMk/>
            <pc:sldMk cId="2709924892" sldId="349"/>
            <ac:picMk id="4" creationId="{200E17A6-3EDA-E9DC-6ADB-335240150C0B}"/>
          </ac:picMkLst>
        </pc:picChg>
        <pc:picChg chg="del mod">
          <ac:chgData name="Naimish Vadodariya" userId="d2e325c0593a319e" providerId="LiveId" clId="{C5D15607-3D89-4432-AEBA-7EDDE20FB0FE}" dt="2022-07-14T17:10:11.031" v="191" actId="478"/>
          <ac:picMkLst>
            <pc:docMk/>
            <pc:sldMk cId="2709924892" sldId="349"/>
            <ac:picMk id="6" creationId="{44B127CF-A2B4-C301-5C23-6FA165059264}"/>
          </ac:picMkLst>
        </pc:picChg>
        <pc:picChg chg="add del mod">
          <ac:chgData name="Naimish Vadodariya" userId="d2e325c0593a319e" providerId="LiveId" clId="{C5D15607-3D89-4432-AEBA-7EDDE20FB0FE}" dt="2022-07-14T17:15:00.916" v="240" actId="478"/>
          <ac:picMkLst>
            <pc:docMk/>
            <pc:sldMk cId="2709924892" sldId="349"/>
            <ac:picMk id="9" creationId="{E0EC2131-4C9C-9DE2-1E4E-26A62AE95F13}"/>
          </ac:picMkLst>
        </pc:picChg>
        <pc:picChg chg="del mod">
          <ac:chgData name="Naimish Vadodariya" userId="d2e325c0593a319e" providerId="LiveId" clId="{C5D15607-3D89-4432-AEBA-7EDDE20FB0FE}" dt="2022-07-14T17:12:24.951" v="211" actId="478"/>
          <ac:picMkLst>
            <pc:docMk/>
            <pc:sldMk cId="2709924892" sldId="349"/>
            <ac:picMk id="15" creationId="{9E8B019E-3F26-E8ED-16FD-24166CF9D405}"/>
          </ac:picMkLst>
        </pc:picChg>
        <pc:picChg chg="add mod">
          <ac:chgData name="Naimish Vadodariya" userId="d2e325c0593a319e" providerId="LiveId" clId="{C5D15607-3D89-4432-AEBA-7EDDE20FB0FE}" dt="2022-07-14T17:15:09.929" v="243" actId="14100"/>
          <ac:picMkLst>
            <pc:docMk/>
            <pc:sldMk cId="2709924892" sldId="349"/>
            <ac:picMk id="16" creationId="{4EA2770F-EF68-9B12-EB9D-3A695150C287}"/>
          </ac:picMkLst>
        </pc:picChg>
        <pc:picChg chg="del">
          <ac:chgData name="Naimish Vadodariya" userId="d2e325c0593a319e" providerId="LiveId" clId="{C5D15607-3D89-4432-AEBA-7EDDE20FB0FE}" dt="2022-07-14T17:07:39.313" v="53" actId="478"/>
          <ac:picMkLst>
            <pc:docMk/>
            <pc:sldMk cId="2709924892" sldId="349"/>
            <ac:picMk id="20" creationId="{195C1E1A-4118-D8D2-4424-2FD7E5ADD5CF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4T17:32:10.925" v="369" actId="14100"/>
        <pc:sldMkLst>
          <pc:docMk/>
          <pc:sldMk cId="3258211627" sldId="350"/>
        </pc:sldMkLst>
        <pc:spChg chg="mod">
          <ac:chgData name="Naimish Vadodariya" userId="d2e325c0593a319e" providerId="LiveId" clId="{C5D15607-3D89-4432-AEBA-7EDDE20FB0FE}" dt="2022-07-14T17:27:54.159" v="344" actId="20577"/>
          <ac:spMkLst>
            <pc:docMk/>
            <pc:sldMk cId="3258211627" sldId="350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4T17:30:15.186" v="359" actId="1582"/>
          <ac:spMkLst>
            <pc:docMk/>
            <pc:sldMk cId="3258211627" sldId="350"/>
            <ac:spMk id="6" creationId="{BED2EAB1-4283-20F6-F589-2A40D1CA6BF9}"/>
          </ac:spMkLst>
        </pc:spChg>
        <pc:spChg chg="mod">
          <ac:chgData name="Naimish Vadodariya" userId="d2e325c0593a319e" providerId="LiveId" clId="{C5D15607-3D89-4432-AEBA-7EDDE20FB0FE}" dt="2022-07-14T17:32:10.925" v="369" actId="14100"/>
          <ac:spMkLst>
            <pc:docMk/>
            <pc:sldMk cId="3258211627" sldId="350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4T17:31:25.578" v="367" actId="20577"/>
          <ac:spMkLst>
            <pc:docMk/>
            <pc:sldMk cId="3258211627" sldId="350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7:28:30.795" v="348" actId="20577"/>
          <ac:spMkLst>
            <pc:docMk/>
            <pc:sldMk cId="3258211627" sldId="350"/>
            <ac:spMk id="17" creationId="{C4A6F3DF-2EB8-43CF-3795-79063F5A0067}"/>
          </ac:spMkLst>
        </pc:spChg>
        <pc:picChg chg="del">
          <ac:chgData name="Naimish Vadodariya" userId="d2e325c0593a319e" providerId="LiveId" clId="{C5D15607-3D89-4432-AEBA-7EDDE20FB0FE}" dt="2022-07-14T17:29:03.729" v="349" actId="478"/>
          <ac:picMkLst>
            <pc:docMk/>
            <pc:sldMk cId="3258211627" sldId="350"/>
            <ac:picMk id="4" creationId="{3F2BCC9E-F3C4-866E-9808-E3822D192EFE}"/>
          </ac:picMkLst>
        </pc:picChg>
        <pc:picChg chg="add mod">
          <ac:chgData name="Naimish Vadodariya" userId="d2e325c0593a319e" providerId="LiveId" clId="{C5D15607-3D89-4432-AEBA-7EDDE20FB0FE}" dt="2022-07-14T17:29:31.257" v="353" actId="14100"/>
          <ac:picMkLst>
            <pc:docMk/>
            <pc:sldMk cId="3258211627" sldId="350"/>
            <ac:picMk id="5" creationId="{2023D4DB-0CB3-CD59-19FB-3BC51C76336D}"/>
          </ac:picMkLst>
        </pc:picChg>
      </pc:sldChg>
      <pc:sldChg chg="addSp delSp modSp add mod addAnim delAnim modAnim">
        <pc:chgData name="Naimish Vadodariya" userId="d2e325c0593a319e" providerId="LiveId" clId="{C5D15607-3D89-4432-AEBA-7EDDE20FB0FE}" dt="2022-07-14T17:56:43.356" v="655"/>
        <pc:sldMkLst>
          <pc:docMk/>
          <pc:sldMk cId="2767398587" sldId="351"/>
        </pc:sldMkLst>
        <pc:spChg chg="mod">
          <ac:chgData name="Naimish Vadodariya" userId="d2e325c0593a319e" providerId="LiveId" clId="{C5D15607-3D89-4432-AEBA-7EDDE20FB0FE}" dt="2022-07-14T17:34:01.561" v="378" actId="20577"/>
          <ac:spMkLst>
            <pc:docMk/>
            <pc:sldMk cId="2767398587" sldId="351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4T17:56:24.989" v="651" actId="1036"/>
          <ac:spMkLst>
            <pc:docMk/>
            <pc:sldMk cId="2767398587" sldId="351"/>
            <ac:spMk id="5" creationId="{48662EDF-3990-3D63-09E7-465DB409DD95}"/>
          </ac:spMkLst>
        </pc:spChg>
        <pc:spChg chg="mod">
          <ac:chgData name="Naimish Vadodariya" userId="d2e325c0593a319e" providerId="LiveId" clId="{C5D15607-3D89-4432-AEBA-7EDDE20FB0FE}" dt="2022-07-14T17:41:07.153" v="409" actId="14100"/>
          <ac:spMkLst>
            <pc:docMk/>
            <pc:sldMk cId="2767398587" sldId="351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4T17:35:16.469" v="407" actId="20577"/>
          <ac:spMkLst>
            <pc:docMk/>
            <pc:sldMk cId="2767398587" sldId="351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41:13.753" v="411" actId="478"/>
          <ac:spMkLst>
            <pc:docMk/>
            <pc:sldMk cId="2767398587" sldId="351"/>
            <ac:spMk id="17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41:11.657" v="410" actId="478"/>
          <ac:spMkLst>
            <pc:docMk/>
            <pc:sldMk cId="2767398587" sldId="351"/>
            <ac:spMk id="18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4T17:41:15.989" v="412" actId="478"/>
          <ac:spMkLst>
            <pc:docMk/>
            <pc:sldMk cId="2767398587" sldId="351"/>
            <ac:spMk id="19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4T17:42:34.832" v="425" actId="14100"/>
          <ac:spMkLst>
            <pc:docMk/>
            <pc:sldMk cId="2767398587" sldId="351"/>
            <ac:spMk id="20" creationId="{CD91C41C-8AF5-E5EA-AF59-B100830EB102}"/>
          </ac:spMkLst>
        </pc:spChg>
        <pc:spChg chg="del">
          <ac:chgData name="Naimish Vadodariya" userId="d2e325c0593a319e" providerId="LiveId" clId="{C5D15607-3D89-4432-AEBA-7EDDE20FB0FE}" dt="2022-07-14T17:41:19.538" v="414" actId="478"/>
          <ac:spMkLst>
            <pc:docMk/>
            <pc:sldMk cId="2767398587" sldId="351"/>
            <ac:spMk id="21" creationId="{C4A6F3DF-2EB8-43CF-3795-79063F5A0067}"/>
          </ac:spMkLst>
        </pc:spChg>
        <pc:spChg chg="add mod">
          <ac:chgData name="Naimish Vadodariya" userId="d2e325c0593a319e" providerId="LiveId" clId="{C5D15607-3D89-4432-AEBA-7EDDE20FB0FE}" dt="2022-07-14T17:56:29.203" v="652" actId="1036"/>
          <ac:spMkLst>
            <pc:docMk/>
            <pc:sldMk cId="2767398587" sldId="351"/>
            <ac:spMk id="22" creationId="{47242BCB-2A76-98F1-5C35-589A8BE3A012}"/>
          </ac:spMkLst>
        </pc:spChg>
        <pc:spChg chg="del">
          <ac:chgData name="Naimish Vadodariya" userId="d2e325c0593a319e" providerId="LiveId" clId="{C5D15607-3D89-4432-AEBA-7EDDE20FB0FE}" dt="2022-07-14T17:41:24.277" v="417" actId="478"/>
          <ac:spMkLst>
            <pc:docMk/>
            <pc:sldMk cId="2767398587" sldId="351"/>
            <ac:spMk id="23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4T17:56:14.850" v="650" actId="1035"/>
          <ac:spMkLst>
            <pc:docMk/>
            <pc:sldMk cId="2767398587" sldId="351"/>
            <ac:spMk id="24" creationId="{182603D4-5713-3CE5-6F29-73A51B5D1404}"/>
          </ac:spMkLst>
        </pc:spChg>
        <pc:spChg chg="del">
          <ac:chgData name="Naimish Vadodariya" userId="d2e325c0593a319e" providerId="LiveId" clId="{C5D15607-3D89-4432-AEBA-7EDDE20FB0FE}" dt="2022-07-14T17:41:20.944" v="415" actId="478"/>
          <ac:spMkLst>
            <pc:docMk/>
            <pc:sldMk cId="2767398587" sldId="351"/>
            <ac:spMk id="27" creationId="{72A86601-7B9C-F9F6-5604-2455DAE19E61}"/>
          </ac:spMkLst>
        </pc:spChg>
        <pc:graphicFrameChg chg="add del">
          <ac:chgData name="Naimish Vadodariya" userId="d2e325c0593a319e" providerId="LiveId" clId="{C5D15607-3D89-4432-AEBA-7EDDE20FB0FE}" dt="2022-07-14T17:41:46.213" v="419" actId="3680"/>
          <ac:graphicFrameMkLst>
            <pc:docMk/>
            <pc:sldMk cId="2767398587" sldId="351"/>
            <ac:graphicFrameMk id="3" creationId="{2F0891EB-BF87-BFAC-7BBD-ECCE4B45EBBF}"/>
          </ac:graphicFrameMkLst>
        </pc:graphicFrameChg>
        <pc:graphicFrameChg chg="add mod modGraphic">
          <ac:chgData name="Naimish Vadodariya" userId="d2e325c0593a319e" providerId="LiveId" clId="{C5D15607-3D89-4432-AEBA-7EDDE20FB0FE}" dt="2022-07-14T17:54:51.028" v="634" actId="255"/>
          <ac:graphicFrameMkLst>
            <pc:docMk/>
            <pc:sldMk cId="2767398587" sldId="351"/>
            <ac:graphicFrameMk id="15" creationId="{B267EDDA-FF24-1989-6699-4B7A7B721C7D}"/>
          </ac:graphicFrameMkLst>
        </pc:graphicFrameChg>
        <pc:picChg chg="del">
          <ac:chgData name="Naimish Vadodariya" userId="d2e325c0593a319e" providerId="LiveId" clId="{C5D15607-3D89-4432-AEBA-7EDDE20FB0FE}" dt="2022-07-14T17:41:17.238" v="413" actId="478"/>
          <ac:picMkLst>
            <pc:docMk/>
            <pc:sldMk cId="2767398587" sldId="351"/>
            <ac:picMk id="4" creationId="{200E17A6-3EDA-E9DC-6ADB-335240150C0B}"/>
          </ac:picMkLst>
        </pc:picChg>
        <pc:picChg chg="del">
          <ac:chgData name="Naimish Vadodariya" userId="d2e325c0593a319e" providerId="LiveId" clId="{C5D15607-3D89-4432-AEBA-7EDDE20FB0FE}" dt="2022-07-14T17:41:22.164" v="416" actId="478"/>
          <ac:picMkLst>
            <pc:docMk/>
            <pc:sldMk cId="2767398587" sldId="351"/>
            <ac:picMk id="16" creationId="{4EA2770F-EF68-9B12-EB9D-3A695150C287}"/>
          </ac:picMkLst>
        </pc:picChg>
      </pc:sldChg>
      <pc:sldChg chg="delSp modSp add mod delAnim modAnim">
        <pc:chgData name="Naimish Vadodariya" userId="d2e325c0593a319e" providerId="LiveId" clId="{C5D15607-3D89-4432-AEBA-7EDDE20FB0FE}" dt="2022-07-14T18:11:35.722" v="844" actId="20577"/>
        <pc:sldMkLst>
          <pc:docMk/>
          <pc:sldMk cId="3413931405" sldId="352"/>
        </pc:sldMkLst>
        <pc:spChg chg="mod">
          <ac:chgData name="Naimish Vadodariya" userId="d2e325c0593a319e" providerId="LiveId" clId="{C5D15607-3D89-4432-AEBA-7EDDE20FB0FE}" dt="2022-07-14T17:59:41.976" v="660" actId="20577"/>
          <ac:spMkLst>
            <pc:docMk/>
            <pc:sldMk cId="3413931405" sldId="352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8:03:33.321" v="724" actId="478"/>
          <ac:spMkLst>
            <pc:docMk/>
            <pc:sldMk cId="3413931405" sldId="352"/>
            <ac:spMk id="5" creationId="{48662EDF-3990-3D63-09E7-465DB409DD95}"/>
          </ac:spMkLst>
        </pc:spChg>
        <pc:spChg chg="mod">
          <ac:chgData name="Naimish Vadodariya" userId="d2e325c0593a319e" providerId="LiveId" clId="{C5D15607-3D89-4432-AEBA-7EDDE20FB0FE}" dt="2022-07-14T18:04:12.037" v="737" actId="20577"/>
          <ac:spMkLst>
            <pc:docMk/>
            <pc:sldMk cId="3413931405" sldId="352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8:01:48.929" v="721" actId="1035"/>
          <ac:spMkLst>
            <pc:docMk/>
            <pc:sldMk cId="3413931405" sldId="352"/>
            <ac:spMk id="20" creationId="{CD91C41C-8AF5-E5EA-AF59-B100830EB102}"/>
          </ac:spMkLst>
        </pc:spChg>
        <pc:spChg chg="del">
          <ac:chgData name="Naimish Vadodariya" userId="d2e325c0593a319e" providerId="LiveId" clId="{C5D15607-3D89-4432-AEBA-7EDDE20FB0FE}" dt="2022-07-14T18:03:34.945" v="725" actId="478"/>
          <ac:spMkLst>
            <pc:docMk/>
            <pc:sldMk cId="3413931405" sldId="352"/>
            <ac:spMk id="22" creationId="{47242BCB-2A76-98F1-5C35-589A8BE3A012}"/>
          </ac:spMkLst>
        </pc:spChg>
        <pc:spChg chg="del">
          <ac:chgData name="Naimish Vadodariya" userId="d2e325c0593a319e" providerId="LiveId" clId="{C5D15607-3D89-4432-AEBA-7EDDE20FB0FE}" dt="2022-07-14T18:03:36.476" v="726" actId="478"/>
          <ac:spMkLst>
            <pc:docMk/>
            <pc:sldMk cId="3413931405" sldId="352"/>
            <ac:spMk id="24" creationId="{182603D4-5713-3CE5-6F29-73A51B5D1404}"/>
          </ac:spMkLst>
        </pc:spChg>
        <pc:graphicFrameChg chg="mod modGraphic">
          <ac:chgData name="Naimish Vadodariya" userId="d2e325c0593a319e" providerId="LiveId" clId="{C5D15607-3D89-4432-AEBA-7EDDE20FB0FE}" dt="2022-07-14T18:11:35.722" v="844" actId="20577"/>
          <ac:graphicFrameMkLst>
            <pc:docMk/>
            <pc:sldMk cId="3413931405" sldId="352"/>
            <ac:graphicFrameMk id="15" creationId="{B267EDDA-FF24-1989-6699-4B7A7B721C7D}"/>
          </ac:graphicFrameMkLst>
        </pc:graphicFrameChg>
      </pc:sldChg>
      <pc:sldChg chg="addSp delSp modSp add mod addAnim delAnim modAnim">
        <pc:chgData name="Naimish Vadodariya" userId="d2e325c0593a319e" providerId="LiveId" clId="{C5D15607-3D89-4432-AEBA-7EDDE20FB0FE}" dt="2022-07-14T18:14:58.793" v="865" actId="20577"/>
        <pc:sldMkLst>
          <pc:docMk/>
          <pc:sldMk cId="4107172736" sldId="353"/>
        </pc:sldMkLst>
        <pc:spChg chg="mod">
          <ac:chgData name="Naimish Vadodariya" userId="d2e325c0593a319e" providerId="LiveId" clId="{C5D15607-3D89-4432-AEBA-7EDDE20FB0FE}" dt="2022-07-14T18:08:34.703" v="800" actId="20577"/>
          <ac:spMkLst>
            <pc:docMk/>
            <pc:sldMk cId="4107172736" sldId="353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4T18:10:31.781" v="827" actId="2710"/>
          <ac:spMkLst>
            <pc:docMk/>
            <pc:sldMk cId="4107172736" sldId="353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8:10:41.952" v="834" actId="1036"/>
          <ac:spMkLst>
            <pc:docMk/>
            <pc:sldMk cId="4107172736" sldId="353"/>
            <ac:spMk id="20" creationId="{CD91C41C-8AF5-E5EA-AF59-B100830EB102}"/>
          </ac:spMkLst>
        </pc:spChg>
        <pc:graphicFrameChg chg="add del mod modGraphic">
          <ac:chgData name="Naimish Vadodariya" userId="d2e325c0593a319e" providerId="LiveId" clId="{C5D15607-3D89-4432-AEBA-7EDDE20FB0FE}" dt="2022-07-14T18:14:58.793" v="865" actId="20577"/>
          <ac:graphicFrameMkLst>
            <pc:docMk/>
            <pc:sldMk cId="4107172736" sldId="353"/>
            <ac:graphicFrameMk id="15" creationId="{B267EDDA-FF24-1989-6699-4B7A7B721C7D}"/>
          </ac:graphicFrameMkLst>
        </pc:graphicFrameChg>
      </pc:sldChg>
      <pc:sldChg chg="modSp add mod">
        <pc:chgData name="Naimish Vadodariya" userId="d2e325c0593a319e" providerId="LiveId" clId="{C5D15607-3D89-4432-AEBA-7EDDE20FB0FE}" dt="2022-07-14T18:15:56.149" v="887" actId="20577"/>
        <pc:sldMkLst>
          <pc:docMk/>
          <pc:sldMk cId="4185250179" sldId="354"/>
        </pc:sldMkLst>
        <pc:spChg chg="mod">
          <ac:chgData name="Naimish Vadodariya" userId="d2e325c0593a319e" providerId="LiveId" clId="{C5D15607-3D89-4432-AEBA-7EDDE20FB0FE}" dt="2022-07-14T18:15:56.149" v="887" actId="20577"/>
          <ac:spMkLst>
            <pc:docMk/>
            <pc:sldMk cId="4185250179" sldId="354"/>
            <ac:spMk id="2" creationId="{54D792E8-8838-4744-A7DD-92B0ED18307B}"/>
          </ac:spMkLst>
        </pc:spChg>
        <pc:spChg chg="mod">
          <ac:chgData name="Naimish Vadodariya" userId="d2e325c0593a319e" providerId="LiveId" clId="{C5D15607-3D89-4432-AEBA-7EDDE20FB0FE}" dt="2022-07-14T18:15:32.902" v="868" actId="20577"/>
          <ac:spMkLst>
            <pc:docMk/>
            <pc:sldMk cId="4185250179" sldId="354"/>
            <ac:spMk id="3" creationId="{6C915463-E8EE-4502-8261-E337007EFAAF}"/>
          </ac:spMkLst>
        </pc:spChg>
      </pc:sldChg>
      <pc:sldChg chg="modSp mod">
        <pc:chgData name="Naimish Vadodariya" userId="d2e325c0593a319e" providerId="LiveId" clId="{C5D15607-3D89-4432-AEBA-7EDDE20FB0FE}" dt="2022-07-15T12:14:46.575" v="892"/>
        <pc:sldMkLst>
          <pc:docMk/>
          <pc:sldMk cId="3121768446" sldId="355"/>
        </pc:sldMkLst>
        <pc:graphicFrameChg chg="modGraphic">
          <ac:chgData name="Naimish Vadodariya" userId="d2e325c0593a319e" providerId="LiveId" clId="{C5D15607-3D89-4432-AEBA-7EDDE20FB0FE}" dt="2022-07-15T12:14:46.575" v="892"/>
          <ac:graphicFrameMkLst>
            <pc:docMk/>
            <pc:sldMk cId="3121768446" sldId="355"/>
            <ac:graphicFrameMk id="15" creationId="{B267EDDA-FF24-1989-6699-4B7A7B721C7D}"/>
          </ac:graphicFrameMkLst>
        </pc:graphicFrameChg>
      </pc:sldChg>
      <pc:sldChg chg="mod modShow">
        <pc:chgData name="Naimish Vadodariya" userId="d2e325c0593a319e" providerId="LiveId" clId="{C5D15607-3D89-4432-AEBA-7EDDE20FB0FE}" dt="2022-07-17T11:34:12.472" v="893" actId="729"/>
        <pc:sldMkLst>
          <pc:docMk/>
          <pc:sldMk cId="101626912" sldId="357"/>
        </pc:sldMkLst>
      </pc:sldChg>
      <pc:sldChg chg="mod modShow">
        <pc:chgData name="Naimish Vadodariya" userId="d2e325c0593a319e" providerId="LiveId" clId="{C5D15607-3D89-4432-AEBA-7EDDE20FB0FE}" dt="2022-07-17T11:34:16.283" v="894" actId="729"/>
        <pc:sldMkLst>
          <pc:docMk/>
          <pc:sldMk cId="4008127552" sldId="358"/>
        </pc:sldMkLst>
      </pc:sldChg>
      <pc:sldChg chg="addSp delSp modSp add mod delAnim modAnim">
        <pc:chgData name="Naimish Vadodariya" userId="d2e325c0593a319e" providerId="LiveId" clId="{C5D15607-3D89-4432-AEBA-7EDDE20FB0FE}" dt="2022-07-18T14:41:12.250" v="2716" actId="1076"/>
        <pc:sldMkLst>
          <pc:docMk/>
          <pc:sldMk cId="1836258414" sldId="359"/>
        </pc:sldMkLst>
        <pc:spChg chg="mod">
          <ac:chgData name="Naimish Vadodariya" userId="d2e325c0593a319e" providerId="LiveId" clId="{C5D15607-3D89-4432-AEBA-7EDDE20FB0FE}" dt="2022-07-17T11:46:48.734" v="906" actId="20577"/>
          <ac:spMkLst>
            <pc:docMk/>
            <pc:sldMk cId="1836258414" sldId="359"/>
            <ac:spMk id="2" creationId="{095EF1AA-B384-4B3C-AA64-26D31B983DC1}"/>
          </ac:spMkLst>
        </pc:spChg>
        <pc:spChg chg="add mod ord">
          <ac:chgData name="Naimish Vadodariya" userId="d2e325c0593a319e" providerId="LiveId" clId="{C5D15607-3D89-4432-AEBA-7EDDE20FB0FE}" dt="2022-07-18T14:41:12.250" v="2716" actId="1076"/>
          <ac:spMkLst>
            <pc:docMk/>
            <pc:sldMk cId="1836258414" sldId="359"/>
            <ac:spMk id="3" creationId="{BE26ECB9-C970-C9F3-EE8A-5DD4082065B0}"/>
          </ac:spMkLst>
        </pc:spChg>
        <pc:spChg chg="add del mod">
          <ac:chgData name="Naimish Vadodariya" userId="d2e325c0593a319e" providerId="LiveId" clId="{C5D15607-3D89-4432-AEBA-7EDDE20FB0FE}" dt="2022-07-17T11:46:56.574" v="908" actId="478"/>
          <ac:spMkLst>
            <pc:docMk/>
            <pc:sldMk cId="1836258414" sldId="359"/>
            <ac:spMk id="4" creationId="{7C0B98F8-4864-5279-99C7-6E94044DC454}"/>
          </ac:spMkLst>
        </pc:spChg>
        <pc:spChg chg="del">
          <ac:chgData name="Naimish Vadodariya" userId="d2e325c0593a319e" providerId="LiveId" clId="{C5D15607-3D89-4432-AEBA-7EDDE20FB0FE}" dt="2022-07-17T11:46:59.064" v="909" actId="478"/>
          <ac:spMkLst>
            <pc:docMk/>
            <pc:sldMk cId="1836258414" sldId="359"/>
            <ac:spMk id="7" creationId="{7D686476-1D82-8EE3-E563-765E88628882}"/>
          </ac:spMkLst>
        </pc:spChg>
        <pc:spChg chg="add mod">
          <ac:chgData name="Naimish Vadodariya" userId="d2e325c0593a319e" providerId="LiveId" clId="{C5D15607-3D89-4432-AEBA-7EDDE20FB0FE}" dt="2022-07-18T14:40:45.838" v="2712" actId="14100"/>
          <ac:spMkLst>
            <pc:docMk/>
            <pc:sldMk cId="1836258414" sldId="359"/>
            <ac:spMk id="7" creationId="{A69EC083-3514-E006-73B0-A2FC1045D87A}"/>
          </ac:spMkLst>
        </pc:spChg>
        <pc:spChg chg="del">
          <ac:chgData name="Naimish Vadodariya" userId="d2e325c0593a319e" providerId="LiveId" clId="{C5D15607-3D89-4432-AEBA-7EDDE20FB0FE}" dt="2022-07-17T11:47:00.193" v="910" actId="478"/>
          <ac:spMkLst>
            <pc:docMk/>
            <pc:sldMk cId="1836258414" sldId="359"/>
            <ac:spMk id="8" creationId="{84133D07-2923-B6B5-951D-05DD78914046}"/>
          </ac:spMkLst>
        </pc:spChg>
        <pc:spChg chg="add mod">
          <ac:chgData name="Naimish Vadodariya" userId="d2e325c0593a319e" providerId="LiveId" clId="{C5D15607-3D89-4432-AEBA-7EDDE20FB0FE}" dt="2022-07-18T14:40:59.065" v="2715" actId="14100"/>
          <ac:spMkLst>
            <pc:docMk/>
            <pc:sldMk cId="1836258414" sldId="359"/>
            <ac:spMk id="8" creationId="{BD80C62D-E217-AD7D-C5CD-81C1DCEA840F}"/>
          </ac:spMkLst>
        </pc:spChg>
        <pc:spChg chg="del">
          <ac:chgData name="Naimish Vadodariya" userId="d2e325c0593a319e" providerId="LiveId" clId="{C5D15607-3D89-4432-AEBA-7EDDE20FB0FE}" dt="2022-07-17T11:47:01.139" v="911" actId="478"/>
          <ac:spMkLst>
            <pc:docMk/>
            <pc:sldMk cId="1836258414" sldId="359"/>
            <ac:spMk id="9" creationId="{DAE3FEAE-E40D-4414-22B5-AF71B36386CC}"/>
          </ac:spMkLst>
        </pc:spChg>
        <pc:spChg chg="del">
          <ac:chgData name="Naimish Vadodariya" userId="d2e325c0593a319e" providerId="LiveId" clId="{C5D15607-3D89-4432-AEBA-7EDDE20FB0FE}" dt="2022-07-17T11:47:01.854" v="912" actId="478"/>
          <ac:spMkLst>
            <pc:docMk/>
            <pc:sldMk cId="1836258414" sldId="359"/>
            <ac:spMk id="10" creationId="{C664E500-ABDD-2FED-8C5B-3874C4BAEF9E}"/>
          </ac:spMkLst>
        </pc:spChg>
        <pc:spChg chg="del">
          <ac:chgData name="Naimish Vadodariya" userId="d2e325c0593a319e" providerId="LiveId" clId="{C5D15607-3D89-4432-AEBA-7EDDE20FB0FE}" dt="2022-07-17T11:46:54.404" v="907" actId="478"/>
          <ac:spMkLst>
            <pc:docMk/>
            <pc:sldMk cId="1836258414" sldId="359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7T11:47:37.529" v="984" actId="20577"/>
          <ac:spMkLst>
            <pc:docMk/>
            <pc:sldMk cId="1836258414" sldId="359"/>
            <ac:spMk id="20" creationId="{CD91C41C-8AF5-E5EA-AF59-B100830EB102}"/>
          </ac:spMkLst>
        </pc:spChg>
        <pc:graphicFrameChg chg="mod modGraphic">
          <ac:chgData name="Naimish Vadodariya" userId="d2e325c0593a319e" providerId="LiveId" clId="{C5D15607-3D89-4432-AEBA-7EDDE20FB0FE}" dt="2022-07-18T03:09:42.727" v="2063" actId="12"/>
          <ac:graphicFrameMkLst>
            <pc:docMk/>
            <pc:sldMk cId="1836258414" sldId="359"/>
            <ac:graphicFrameMk id="15" creationId="{B267EDDA-FF24-1989-6699-4B7A7B721C7D}"/>
          </ac:graphicFrameMkLst>
        </pc:graphicFrameChg>
      </pc:sldChg>
      <pc:sldChg chg="addSp delSp modSp add mod addAnim delAnim modAnim">
        <pc:chgData name="Naimish Vadodariya" userId="d2e325c0593a319e" providerId="LiveId" clId="{C5D15607-3D89-4432-AEBA-7EDDE20FB0FE}" dt="2022-07-18T14:42:47.042" v="2731" actId="14100"/>
        <pc:sldMkLst>
          <pc:docMk/>
          <pc:sldMk cId="301731345" sldId="360"/>
        </pc:sldMkLst>
        <pc:spChg chg="mod">
          <ac:chgData name="Naimish Vadodariya" userId="d2e325c0593a319e" providerId="LiveId" clId="{C5D15607-3D89-4432-AEBA-7EDDE20FB0FE}" dt="2022-07-17T11:57:41.581" v="1097" actId="20577"/>
          <ac:spMkLst>
            <pc:docMk/>
            <pc:sldMk cId="301731345" sldId="360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8T14:42:37.099" v="2728" actId="14100"/>
          <ac:spMkLst>
            <pc:docMk/>
            <pc:sldMk cId="301731345" sldId="360"/>
            <ac:spMk id="6" creationId="{62F37419-70C6-4CF5-815F-CD9DB2C6DD12}"/>
          </ac:spMkLst>
        </pc:spChg>
        <pc:spChg chg="add del">
          <ac:chgData name="Naimish Vadodariya" userId="d2e325c0593a319e" providerId="LiveId" clId="{C5D15607-3D89-4432-AEBA-7EDDE20FB0FE}" dt="2022-07-17T12:12:33.747" v="1575" actId="22"/>
          <ac:spMkLst>
            <pc:docMk/>
            <pc:sldMk cId="301731345" sldId="360"/>
            <ac:spMk id="7" creationId="{15423E51-0D56-16D3-77F4-7481BBF91E62}"/>
          </ac:spMkLst>
        </pc:spChg>
        <pc:spChg chg="add mod">
          <ac:chgData name="Naimish Vadodariya" userId="d2e325c0593a319e" providerId="LiveId" clId="{C5D15607-3D89-4432-AEBA-7EDDE20FB0FE}" dt="2022-07-18T14:42:47.042" v="2731" actId="14100"/>
          <ac:spMkLst>
            <pc:docMk/>
            <pc:sldMk cId="301731345" sldId="360"/>
            <ac:spMk id="7" creationId="{D60C5A2A-0CB0-5318-1704-2AD9AAC8C17A}"/>
          </ac:spMkLst>
        </pc:spChg>
        <pc:graphicFrameChg chg="mod modGraphic">
          <ac:chgData name="Naimish Vadodariya" userId="d2e325c0593a319e" providerId="LiveId" clId="{C5D15607-3D89-4432-AEBA-7EDDE20FB0FE}" dt="2022-07-17T12:11:36.293" v="1567" actId="13219"/>
          <ac:graphicFrameMkLst>
            <pc:docMk/>
            <pc:sldMk cId="301731345" sldId="360"/>
            <ac:graphicFrameMk id="15" creationId="{B267EDDA-FF24-1989-6699-4B7A7B721C7D}"/>
          </ac:graphicFrameMkLst>
        </pc:graphicFrameChg>
      </pc:sldChg>
      <pc:sldChg chg="addSp modSp add mod ord modAnim">
        <pc:chgData name="Naimish Vadodariya" userId="d2e325c0593a319e" providerId="LiveId" clId="{C5D15607-3D89-4432-AEBA-7EDDE20FB0FE}" dt="2022-07-18T14:43:20.818" v="2733"/>
        <pc:sldMkLst>
          <pc:docMk/>
          <pc:sldMk cId="59979010" sldId="361"/>
        </pc:sldMkLst>
        <pc:spChg chg="add mod">
          <ac:chgData name="Naimish Vadodariya" userId="d2e325c0593a319e" providerId="LiveId" clId="{C5D15607-3D89-4432-AEBA-7EDDE20FB0FE}" dt="2022-07-18T14:42:29.559" v="2726" actId="1076"/>
          <ac:spMkLst>
            <pc:docMk/>
            <pc:sldMk cId="59979010" sldId="361"/>
            <ac:spMk id="7" creationId="{2AB77F0C-88A5-78A2-2789-DF4140BAF7D3}"/>
          </ac:spMkLst>
        </pc:spChg>
        <pc:spChg chg="add mod">
          <ac:chgData name="Naimish Vadodariya" userId="d2e325c0593a319e" providerId="LiveId" clId="{C5D15607-3D89-4432-AEBA-7EDDE20FB0FE}" dt="2022-07-18T14:41:38.500" v="2721" actId="1076"/>
          <ac:spMkLst>
            <pc:docMk/>
            <pc:sldMk cId="59979010" sldId="361"/>
            <ac:spMk id="8" creationId="{3DB651FD-74B5-9B43-0B0C-C5B6D6772909}"/>
          </ac:spMkLst>
        </pc:spChg>
        <pc:spChg chg="add mod">
          <ac:chgData name="Naimish Vadodariya" userId="d2e325c0593a319e" providerId="LiveId" clId="{C5D15607-3D89-4432-AEBA-7EDDE20FB0FE}" dt="2022-07-18T14:41:52.202" v="2724" actId="14100"/>
          <ac:spMkLst>
            <pc:docMk/>
            <pc:sldMk cId="59979010" sldId="361"/>
            <ac:spMk id="9" creationId="{F241ED5B-265A-22D8-E937-406B18780341}"/>
          </ac:spMkLst>
        </pc:spChg>
        <pc:graphicFrameChg chg="mod modGraphic">
          <ac:chgData name="Naimish Vadodariya" userId="d2e325c0593a319e" providerId="LiveId" clId="{C5D15607-3D89-4432-AEBA-7EDDE20FB0FE}" dt="2022-07-18T03:14:52.543" v="2094" actId="12"/>
          <ac:graphicFrameMkLst>
            <pc:docMk/>
            <pc:sldMk cId="59979010" sldId="361"/>
            <ac:graphicFrameMk id="15" creationId="{B267EDDA-FF24-1989-6699-4B7A7B721C7D}"/>
          </ac:graphicFrameMkLst>
        </pc:graphicFrameChg>
        <pc:picChg chg="add mod">
          <ac:chgData name="Naimish Vadodariya" userId="d2e325c0593a319e" providerId="LiveId" clId="{C5D15607-3D89-4432-AEBA-7EDDE20FB0FE}" dt="2022-07-18T03:16:14.064" v="2098" actId="1076"/>
          <ac:picMkLst>
            <pc:docMk/>
            <pc:sldMk cId="59979010" sldId="361"/>
            <ac:picMk id="4" creationId="{CEB590EF-8883-8188-D799-579A8C896457}"/>
          </ac:picMkLst>
        </pc:picChg>
      </pc:sldChg>
      <pc:sldChg chg="addSp modSp add mod modAnim">
        <pc:chgData name="Naimish Vadodariya" userId="d2e325c0593a319e" providerId="LiveId" clId="{C5D15607-3D89-4432-AEBA-7EDDE20FB0FE}" dt="2022-07-18T14:45:37.662" v="2751" actId="14100"/>
        <pc:sldMkLst>
          <pc:docMk/>
          <pc:sldMk cId="3785565514" sldId="362"/>
        </pc:sldMkLst>
        <pc:spChg chg="add mod">
          <ac:chgData name="Naimish Vadodariya" userId="d2e325c0593a319e" providerId="LiveId" clId="{C5D15607-3D89-4432-AEBA-7EDDE20FB0FE}" dt="2022-07-18T14:45:25.453" v="2748" actId="14100"/>
          <ac:spMkLst>
            <pc:docMk/>
            <pc:sldMk cId="3785565514" sldId="362"/>
            <ac:spMk id="6" creationId="{1F566772-FE51-4AA8-2B27-82CB9C196B81}"/>
          </ac:spMkLst>
        </pc:spChg>
        <pc:spChg chg="add mod">
          <ac:chgData name="Naimish Vadodariya" userId="d2e325c0593a319e" providerId="LiveId" clId="{C5D15607-3D89-4432-AEBA-7EDDE20FB0FE}" dt="2022-07-18T14:45:32.642" v="2750" actId="14100"/>
          <ac:spMkLst>
            <pc:docMk/>
            <pc:sldMk cId="3785565514" sldId="362"/>
            <ac:spMk id="7" creationId="{89B7709C-2510-D628-5025-E538E954494B}"/>
          </ac:spMkLst>
        </pc:spChg>
        <pc:spChg chg="add mod">
          <ac:chgData name="Naimish Vadodariya" userId="d2e325c0593a319e" providerId="LiveId" clId="{C5D15607-3D89-4432-AEBA-7EDDE20FB0FE}" dt="2022-07-18T14:45:37.662" v="2751" actId="14100"/>
          <ac:spMkLst>
            <pc:docMk/>
            <pc:sldMk cId="3785565514" sldId="362"/>
            <ac:spMk id="8" creationId="{40B22684-6E67-13D6-590B-4C87165A41D8}"/>
          </ac:spMkLst>
        </pc:spChg>
        <pc:spChg chg="add mod">
          <ac:chgData name="Naimish Vadodariya" userId="d2e325c0593a319e" providerId="LiveId" clId="{C5D15607-3D89-4432-AEBA-7EDDE20FB0FE}" dt="2022-07-18T14:44:40.578" v="2744" actId="1076"/>
          <ac:spMkLst>
            <pc:docMk/>
            <pc:sldMk cId="3785565514" sldId="362"/>
            <ac:spMk id="9" creationId="{D7F45244-C535-020A-806A-9847A58EE7FC}"/>
          </ac:spMkLst>
        </pc:spChg>
        <pc:graphicFrameChg chg="mod modGraphic">
          <ac:chgData name="Naimish Vadodariya" userId="d2e325c0593a319e" providerId="LiveId" clId="{C5D15607-3D89-4432-AEBA-7EDDE20FB0FE}" dt="2022-07-18T02:45:25.144" v="1964" actId="20577"/>
          <ac:graphicFrameMkLst>
            <pc:docMk/>
            <pc:sldMk cId="3785565514" sldId="362"/>
            <ac:graphicFrameMk id="15" creationId="{B267EDDA-FF24-1989-6699-4B7A7B721C7D}"/>
          </ac:graphicFrameMkLst>
        </pc:graphicFrameChg>
      </pc:sldChg>
      <pc:sldChg chg="addSp modSp add mod modAnim">
        <pc:chgData name="Naimish Vadodariya" userId="d2e325c0593a319e" providerId="LiveId" clId="{C5D15607-3D89-4432-AEBA-7EDDE20FB0FE}" dt="2022-07-18T14:46:47.887" v="2758" actId="14100"/>
        <pc:sldMkLst>
          <pc:docMk/>
          <pc:sldMk cId="122249993" sldId="363"/>
        </pc:sldMkLst>
        <pc:spChg chg="add mod">
          <ac:chgData name="Naimish Vadodariya" userId="d2e325c0593a319e" providerId="LiveId" clId="{C5D15607-3D89-4432-AEBA-7EDDE20FB0FE}" dt="2022-07-18T14:46:47.887" v="2758" actId="14100"/>
          <ac:spMkLst>
            <pc:docMk/>
            <pc:sldMk cId="122249993" sldId="363"/>
            <ac:spMk id="6" creationId="{C63FCD08-548F-5590-4DBF-AB9CA1C8D2F1}"/>
          </ac:spMkLst>
        </pc:spChg>
        <pc:spChg chg="add mod">
          <ac:chgData name="Naimish Vadodariya" userId="d2e325c0593a319e" providerId="LiveId" clId="{C5D15607-3D89-4432-AEBA-7EDDE20FB0FE}" dt="2022-07-18T14:46:43.593" v="2757" actId="14100"/>
          <ac:spMkLst>
            <pc:docMk/>
            <pc:sldMk cId="122249993" sldId="363"/>
            <ac:spMk id="7" creationId="{DE414BA1-A3A4-0BEC-14D4-04F6E7BD9E3D}"/>
          </ac:spMkLst>
        </pc:spChg>
        <pc:graphicFrameChg chg="mod modGraphic">
          <ac:chgData name="Naimish Vadodariya" userId="d2e325c0593a319e" providerId="LiveId" clId="{C5D15607-3D89-4432-AEBA-7EDDE20FB0FE}" dt="2022-07-18T04:55:40.127" v="2112" actId="20577"/>
          <ac:graphicFrameMkLst>
            <pc:docMk/>
            <pc:sldMk cId="122249993" sldId="363"/>
            <ac:graphicFrameMk id="15" creationId="{B267EDDA-FF24-1989-6699-4B7A7B721C7D}"/>
          </ac:graphicFrameMkLst>
        </pc:graphicFrameChg>
      </pc:sldChg>
      <pc:sldChg chg="addSp modSp add mod modAnim">
        <pc:chgData name="Naimish Vadodariya" userId="d2e325c0593a319e" providerId="LiveId" clId="{C5D15607-3D89-4432-AEBA-7EDDE20FB0FE}" dt="2022-07-18T14:47:50.654" v="2766" actId="14100"/>
        <pc:sldMkLst>
          <pc:docMk/>
          <pc:sldMk cId="1082435962" sldId="364"/>
        </pc:sldMkLst>
        <pc:spChg chg="mod">
          <ac:chgData name="Naimish Vadodariya" userId="d2e325c0593a319e" providerId="LiveId" clId="{C5D15607-3D89-4432-AEBA-7EDDE20FB0FE}" dt="2022-07-18T05:17:22.885" v="2130" actId="20577"/>
          <ac:spMkLst>
            <pc:docMk/>
            <pc:sldMk cId="1082435962" sldId="364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8T14:47:22.742" v="2760" actId="1076"/>
          <ac:spMkLst>
            <pc:docMk/>
            <pc:sldMk cId="1082435962" sldId="364"/>
            <ac:spMk id="6" creationId="{07243A7C-2D95-BA6B-38FC-B226572F68F1}"/>
          </ac:spMkLst>
        </pc:spChg>
        <pc:spChg chg="add mod">
          <ac:chgData name="Naimish Vadodariya" userId="d2e325c0593a319e" providerId="LiveId" clId="{C5D15607-3D89-4432-AEBA-7EDDE20FB0FE}" dt="2022-07-18T14:47:39.276" v="2763" actId="14100"/>
          <ac:spMkLst>
            <pc:docMk/>
            <pc:sldMk cId="1082435962" sldId="364"/>
            <ac:spMk id="7" creationId="{F29DD3A8-3505-CF35-6DEB-61D349249512}"/>
          </ac:spMkLst>
        </pc:spChg>
        <pc:spChg chg="add mod">
          <ac:chgData name="Naimish Vadodariya" userId="d2e325c0593a319e" providerId="LiveId" clId="{C5D15607-3D89-4432-AEBA-7EDDE20FB0FE}" dt="2022-07-18T14:47:50.654" v="2766" actId="14100"/>
          <ac:spMkLst>
            <pc:docMk/>
            <pc:sldMk cId="1082435962" sldId="364"/>
            <ac:spMk id="8" creationId="{E1933CB4-3590-764F-18CA-E9D3C2393F68}"/>
          </ac:spMkLst>
        </pc:spChg>
        <pc:spChg chg="mod">
          <ac:chgData name="Naimish Vadodariya" userId="d2e325c0593a319e" providerId="LiveId" clId="{C5D15607-3D89-4432-AEBA-7EDDE20FB0FE}" dt="2022-07-18T05:17:31.608" v="2141" actId="20577"/>
          <ac:spMkLst>
            <pc:docMk/>
            <pc:sldMk cId="1082435962" sldId="364"/>
            <ac:spMk id="20" creationId="{CD91C41C-8AF5-E5EA-AF59-B100830EB102}"/>
          </ac:spMkLst>
        </pc:spChg>
        <pc:graphicFrameChg chg="mod modGraphic">
          <ac:chgData name="Naimish Vadodariya" userId="d2e325c0593a319e" providerId="LiveId" clId="{C5D15607-3D89-4432-AEBA-7EDDE20FB0FE}" dt="2022-07-18T14:32:11.218" v="2641" actId="20577"/>
          <ac:graphicFrameMkLst>
            <pc:docMk/>
            <pc:sldMk cId="1082435962" sldId="364"/>
            <ac:graphicFrameMk id="15" creationId="{B267EDDA-FF24-1989-6699-4B7A7B721C7D}"/>
          </ac:graphicFrameMkLst>
        </pc:graphicFrameChg>
      </pc:sldChg>
      <pc:sldChg chg="modSp add mod addAnim delAnim">
        <pc:chgData name="Naimish Vadodariya" userId="d2e325c0593a319e" providerId="LiveId" clId="{C5D15607-3D89-4432-AEBA-7EDDE20FB0FE}" dt="2022-07-18T14:48:45.257" v="2770" actId="20577"/>
        <pc:sldMkLst>
          <pc:docMk/>
          <pc:sldMk cId="4280385157" sldId="365"/>
        </pc:sldMkLst>
        <pc:graphicFrameChg chg="mod modGraphic">
          <ac:chgData name="Naimish Vadodariya" userId="d2e325c0593a319e" providerId="LiveId" clId="{C5D15607-3D89-4432-AEBA-7EDDE20FB0FE}" dt="2022-07-18T14:48:45.257" v="2770" actId="20577"/>
          <ac:graphicFrameMkLst>
            <pc:docMk/>
            <pc:sldMk cId="4280385157" sldId="365"/>
            <ac:graphicFrameMk id="15" creationId="{B267EDDA-FF24-1989-6699-4B7A7B721C7D}"/>
          </ac:graphicFrameMkLst>
        </pc:graphicFrameChg>
      </pc:sldChg>
      <pc:sldChg chg="modSp add mod">
        <pc:chgData name="Naimish Vadodariya" userId="d2e325c0593a319e" providerId="LiveId" clId="{C5D15607-3D89-4432-AEBA-7EDDE20FB0FE}" dt="2022-07-18T14:49:29.310" v="2792" actId="20577"/>
        <pc:sldMkLst>
          <pc:docMk/>
          <pc:sldMk cId="2669232800" sldId="366"/>
        </pc:sldMkLst>
        <pc:spChg chg="mod">
          <ac:chgData name="Naimish Vadodariya" userId="d2e325c0593a319e" providerId="LiveId" clId="{C5D15607-3D89-4432-AEBA-7EDDE20FB0FE}" dt="2022-07-18T14:49:29.310" v="2792" actId="20577"/>
          <ac:spMkLst>
            <pc:docMk/>
            <pc:sldMk cId="2669232800" sldId="366"/>
            <ac:spMk id="2" creationId="{54D792E8-8838-4744-A7DD-92B0ED18307B}"/>
          </ac:spMkLst>
        </pc:spChg>
        <pc:spChg chg="mod">
          <ac:chgData name="Naimish Vadodariya" userId="d2e325c0593a319e" providerId="LiveId" clId="{C5D15607-3D89-4432-AEBA-7EDDE20FB0FE}" dt="2022-07-18T14:49:03.093" v="2776" actId="20577"/>
          <ac:spMkLst>
            <pc:docMk/>
            <pc:sldMk cId="2669232800" sldId="366"/>
            <ac:spMk id="3" creationId="{6C915463-E8EE-4502-8261-E337007EFAAF}"/>
          </ac:spMkLst>
        </pc:spChg>
      </pc:sldChg>
      <pc:sldChg chg="delSp modSp add mod delAnim modAnim">
        <pc:chgData name="Naimish Vadodariya" userId="d2e325c0593a319e" providerId="LiveId" clId="{C5D15607-3D89-4432-AEBA-7EDDE20FB0FE}" dt="2022-07-19T02:29:07.293" v="2855"/>
        <pc:sldMkLst>
          <pc:docMk/>
          <pc:sldMk cId="2670905415" sldId="367"/>
        </pc:sldMkLst>
        <pc:spChg chg="mod">
          <ac:chgData name="Naimish Vadodariya" userId="d2e325c0593a319e" providerId="LiveId" clId="{C5D15607-3D89-4432-AEBA-7EDDE20FB0FE}" dt="2022-07-19T02:24:10.353" v="2822" actId="20577"/>
          <ac:spMkLst>
            <pc:docMk/>
            <pc:sldMk cId="2670905415" sldId="367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7-19T02:28:56.761" v="2853" actId="5793"/>
          <ac:spMkLst>
            <pc:docMk/>
            <pc:sldMk cId="2670905415" sldId="367"/>
            <ac:spMk id="3" creationId="{139A428D-8F15-4206-B337-FA27C005FA71}"/>
          </ac:spMkLst>
        </pc:spChg>
        <pc:spChg chg="del">
          <ac:chgData name="Naimish Vadodariya" userId="d2e325c0593a319e" providerId="LiveId" clId="{C5D15607-3D89-4432-AEBA-7EDDE20FB0FE}" dt="2022-07-19T02:24:00.472" v="2799" actId="478"/>
          <ac:spMkLst>
            <pc:docMk/>
            <pc:sldMk cId="2670905415" sldId="367"/>
            <ac:spMk id="4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0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1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4" creationId="{72A86601-7B9C-F9F6-5604-2455DAE19E61}"/>
          </ac:spMkLst>
        </pc:spChg>
        <pc:picChg chg="del">
          <ac:chgData name="Naimish Vadodariya" userId="d2e325c0593a319e" providerId="LiveId" clId="{C5D15607-3D89-4432-AEBA-7EDDE20FB0FE}" dt="2022-07-19T02:23:47.397" v="2796" actId="478"/>
          <ac:picMkLst>
            <pc:docMk/>
            <pc:sldMk cId="2670905415" sldId="367"/>
            <ac:picMk id="9" creationId="{00000000-0000-0000-0000-000000000000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9T02:46:03.751" v="3073" actId="14100"/>
        <pc:sldMkLst>
          <pc:docMk/>
          <pc:sldMk cId="1353453084" sldId="368"/>
        </pc:sldMkLst>
        <pc:spChg chg="mod">
          <ac:chgData name="Naimish Vadodariya" userId="d2e325c0593a319e" providerId="LiveId" clId="{C5D15607-3D89-4432-AEBA-7EDDE20FB0FE}" dt="2022-07-19T02:36:41.151" v="2977" actId="20577"/>
          <ac:spMkLst>
            <pc:docMk/>
            <pc:sldMk cId="1353453084" sldId="368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9T02:45:53.252" v="3070" actId="14100"/>
          <ac:spMkLst>
            <pc:docMk/>
            <pc:sldMk cId="1353453084" sldId="368"/>
            <ac:spMk id="3" creationId="{C1A1189A-7AFE-CCC8-8A9C-0C401FF3B55B}"/>
          </ac:spMkLst>
        </pc:spChg>
        <pc:spChg chg="del">
          <ac:chgData name="Naimish Vadodariya" userId="d2e325c0593a319e" providerId="LiveId" clId="{C5D15607-3D89-4432-AEBA-7EDDE20FB0FE}" dt="2022-07-19T02:32:40.495" v="2917" actId="478"/>
          <ac:spMkLst>
            <pc:docMk/>
            <pc:sldMk cId="1353453084" sldId="368"/>
            <ac:spMk id="4" creationId="{0A8696B3-C7C3-43DD-0940-820E303B2436}"/>
          </ac:spMkLst>
        </pc:spChg>
        <pc:spChg chg="mod">
          <ac:chgData name="Naimish Vadodariya" userId="d2e325c0593a319e" providerId="LiveId" clId="{C5D15607-3D89-4432-AEBA-7EDDE20FB0FE}" dt="2022-07-19T02:45:40.152" v="3060" actId="14100"/>
          <ac:spMkLst>
            <pc:docMk/>
            <pc:sldMk cId="1353453084" sldId="368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45:46.226" v="3068" actId="20577"/>
          <ac:spMkLst>
            <pc:docMk/>
            <pc:sldMk cId="1353453084" sldId="368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19T02:32:32.536" v="2914" actId="20577"/>
          <ac:spMkLst>
            <pc:docMk/>
            <pc:sldMk cId="1353453084" sldId="368"/>
            <ac:spMk id="7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9T02:32:38.940" v="2916" actId="478"/>
          <ac:spMkLst>
            <pc:docMk/>
            <pc:sldMk cId="1353453084" sldId="368"/>
            <ac:spMk id="10" creationId="{6043E1DE-D336-27E2-6E73-0D010F2AF74E}"/>
          </ac:spMkLst>
        </pc:spChg>
        <pc:spChg chg="add mod">
          <ac:chgData name="Naimish Vadodariya" userId="d2e325c0593a319e" providerId="LiveId" clId="{C5D15607-3D89-4432-AEBA-7EDDE20FB0FE}" dt="2022-07-19T02:46:03.751" v="3073" actId="14100"/>
          <ac:spMkLst>
            <pc:docMk/>
            <pc:sldMk cId="1353453084" sldId="368"/>
            <ac:spMk id="11" creationId="{93AEBBC2-B3BC-086F-8DDC-EE11B8DFCC29}"/>
          </ac:spMkLst>
        </pc:spChg>
        <pc:picChg chg="del">
          <ac:chgData name="Naimish Vadodariya" userId="d2e325c0593a319e" providerId="LiveId" clId="{C5D15607-3D89-4432-AEBA-7EDDE20FB0FE}" dt="2022-07-19T02:32:37.704" v="2915" actId="478"/>
          <ac:picMkLst>
            <pc:docMk/>
            <pc:sldMk cId="1353453084" sldId="368"/>
            <ac:picMk id="9" creationId="{C8FF3D11-D760-1536-4DFB-3F9B3E6BF681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20T06:33:47.663" v="3685" actId="20577"/>
        <pc:sldMkLst>
          <pc:docMk/>
          <pc:sldMk cId="1566724809" sldId="369"/>
        </pc:sldMkLst>
        <pc:spChg chg="mod">
          <ac:chgData name="Naimish Vadodariya" userId="d2e325c0593a319e" providerId="LiveId" clId="{C5D15607-3D89-4432-AEBA-7EDDE20FB0FE}" dt="2022-07-19T02:39:23.445" v="3004" actId="1076"/>
          <ac:spMkLst>
            <pc:docMk/>
            <pc:sldMk cId="1566724809" sldId="369"/>
            <ac:spMk id="3" creationId="{C1A1189A-7AFE-CCC8-8A9C-0C401FF3B55B}"/>
          </ac:spMkLst>
        </pc:spChg>
        <pc:spChg chg="mod">
          <ac:chgData name="Naimish Vadodariya" userId="d2e325c0593a319e" providerId="LiveId" clId="{C5D15607-3D89-4432-AEBA-7EDDE20FB0FE}" dt="2022-07-19T02:38:02.364" v="2988"/>
          <ac:spMkLst>
            <pc:docMk/>
            <pc:sldMk cId="1566724809" sldId="369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38:07.115" v="2997" actId="20577"/>
          <ac:spMkLst>
            <pc:docMk/>
            <pc:sldMk cId="1566724809" sldId="369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20T06:33:47.663" v="3685" actId="20577"/>
          <ac:spMkLst>
            <pc:docMk/>
            <pc:sldMk cId="1566724809" sldId="369"/>
            <ac:spMk id="7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9T02:40:28.736" v="3018" actId="14100"/>
          <ac:spMkLst>
            <pc:docMk/>
            <pc:sldMk cId="1566724809" sldId="369"/>
            <ac:spMk id="10" creationId="{447943EF-B9EE-0B0C-C634-2C071DA0DA45}"/>
          </ac:spMkLst>
        </pc:spChg>
        <pc:spChg chg="del">
          <ac:chgData name="Naimish Vadodariya" userId="d2e325c0593a319e" providerId="LiveId" clId="{C5D15607-3D89-4432-AEBA-7EDDE20FB0FE}" dt="2022-07-19T02:38:18.617" v="2999" actId="478"/>
          <ac:spMkLst>
            <pc:docMk/>
            <pc:sldMk cId="1566724809" sldId="369"/>
            <ac:spMk id="11" creationId="{93AEBBC2-B3BC-086F-8DDC-EE11B8DFCC29}"/>
          </ac:spMkLst>
        </pc:spChg>
        <pc:spChg chg="add del mod">
          <ac:chgData name="Naimish Vadodariya" userId="d2e325c0593a319e" providerId="LiveId" clId="{C5D15607-3D89-4432-AEBA-7EDDE20FB0FE}" dt="2022-07-19T02:40:56.057" v="3021"/>
          <ac:spMkLst>
            <pc:docMk/>
            <pc:sldMk cId="1566724809" sldId="369"/>
            <ac:spMk id="12" creationId="{C2B100F5-B36D-0E49-8FCA-E2949E14B9C1}"/>
          </ac:spMkLst>
        </pc:spChg>
        <pc:picChg chg="add mod">
          <ac:chgData name="Naimish Vadodariya" userId="d2e325c0593a319e" providerId="LiveId" clId="{C5D15607-3D89-4432-AEBA-7EDDE20FB0FE}" dt="2022-07-19T02:40:38.175" v="3019"/>
          <ac:picMkLst>
            <pc:docMk/>
            <pc:sldMk cId="1566724809" sldId="369"/>
            <ac:picMk id="8" creationId="{96C838DB-9DE1-ED47-3F2B-CD434302C24F}"/>
          </ac:picMkLst>
        </pc:picChg>
      </pc:sldChg>
      <pc:sldChg chg="addSp delSp modSp add mod modAnim">
        <pc:chgData name="Naimish Vadodariya" userId="d2e325c0593a319e" providerId="LiveId" clId="{C5D15607-3D89-4432-AEBA-7EDDE20FB0FE}" dt="2022-07-19T02:59:03.885" v="3102" actId="20577"/>
        <pc:sldMkLst>
          <pc:docMk/>
          <pc:sldMk cId="3954562979" sldId="370"/>
        </pc:sldMkLst>
        <pc:spChg chg="mod">
          <ac:chgData name="Naimish Vadodariya" userId="d2e325c0593a319e" providerId="LiveId" clId="{C5D15607-3D89-4432-AEBA-7EDDE20FB0FE}" dt="2022-07-19T02:42:42.211" v="3040"/>
          <ac:spMkLst>
            <pc:docMk/>
            <pc:sldMk cId="3954562979" sldId="370"/>
            <ac:spMk id="3" creationId="{C1A1189A-7AFE-CCC8-8A9C-0C401FF3B55B}"/>
          </ac:spMkLst>
        </pc:spChg>
        <pc:spChg chg="mod">
          <ac:chgData name="Naimish Vadodariya" userId="d2e325c0593a319e" providerId="LiveId" clId="{C5D15607-3D89-4432-AEBA-7EDDE20FB0FE}" dt="2022-07-19T02:41:58.865" v="3025"/>
          <ac:spMkLst>
            <pc:docMk/>
            <pc:sldMk cId="3954562979" sldId="370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42:05.804" v="3035" actId="20577"/>
          <ac:spMkLst>
            <pc:docMk/>
            <pc:sldMk cId="3954562979" sldId="370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19T02:59:03.885" v="3102" actId="20577"/>
          <ac:spMkLst>
            <pc:docMk/>
            <pc:sldMk cId="3954562979" sldId="370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9T02:42:47.212" v="3041" actId="1076"/>
          <ac:spMkLst>
            <pc:docMk/>
            <pc:sldMk cId="3954562979" sldId="370"/>
            <ac:spMk id="10" creationId="{447943EF-B9EE-0B0C-C634-2C071DA0DA45}"/>
          </ac:spMkLst>
        </pc:spChg>
        <pc:picChg chg="del">
          <ac:chgData name="Naimish Vadodariya" userId="d2e325c0593a319e" providerId="LiveId" clId="{C5D15607-3D89-4432-AEBA-7EDDE20FB0FE}" dt="2022-07-19T02:43:09.151" v="3042" actId="478"/>
          <ac:picMkLst>
            <pc:docMk/>
            <pc:sldMk cId="3954562979" sldId="370"/>
            <ac:picMk id="8" creationId="{96C838DB-9DE1-ED47-3F2B-CD434302C24F}"/>
          </ac:picMkLst>
        </pc:picChg>
        <pc:picChg chg="add mod">
          <ac:chgData name="Naimish Vadodariya" userId="d2e325c0593a319e" providerId="LiveId" clId="{C5D15607-3D89-4432-AEBA-7EDDE20FB0FE}" dt="2022-07-19T02:43:24.632" v="3046"/>
          <ac:picMkLst>
            <pc:docMk/>
            <pc:sldMk cId="3954562979" sldId="370"/>
            <ac:picMk id="9" creationId="{598C1EC5-B3EA-A25A-4EBB-A7C18DC125D6}"/>
          </ac:picMkLst>
        </pc:picChg>
      </pc:sldChg>
      <pc:sldChg chg="modSp add mod">
        <pc:chgData name="Naimish Vadodariya" userId="d2e325c0593a319e" providerId="LiveId" clId="{C5D15607-3D89-4432-AEBA-7EDDE20FB0FE}" dt="2022-08-02T14:06:14.830" v="5948"/>
        <pc:sldMkLst>
          <pc:docMk/>
          <pc:sldMk cId="1693413271" sldId="387"/>
        </pc:sldMkLst>
        <pc:spChg chg="mod">
          <ac:chgData name="Naimish Vadodariya" userId="d2e325c0593a319e" providerId="LiveId" clId="{C5D15607-3D89-4432-AEBA-7EDDE20FB0FE}" dt="2022-08-02T14:04:28.198" v="5937" actId="20577"/>
          <ac:spMkLst>
            <pc:docMk/>
            <pc:sldMk cId="1693413271" sldId="387"/>
            <ac:spMk id="27" creationId="{E2AD8B6E-51EA-4A15-8752-4F221E5E02C5}"/>
          </ac:spMkLst>
        </pc:spChg>
        <pc:spChg chg="mod">
          <ac:chgData name="Naimish Vadodariya" userId="d2e325c0593a319e" providerId="LiveId" clId="{C5D15607-3D89-4432-AEBA-7EDDE20FB0FE}" dt="2022-08-02T14:06:14.830" v="5948"/>
          <ac:spMkLst>
            <pc:docMk/>
            <pc:sldMk cId="1693413271" sldId="387"/>
            <ac:spMk id="31" creationId="{89F5B5F8-350F-4941-B9DE-36BF8B014803}"/>
          </ac:spMkLst>
        </pc:spChg>
      </pc:sldChg>
      <pc:sldChg chg="addSp modSp add mod modAnim">
        <pc:chgData name="Naimish Vadodariya" userId="d2e325c0593a319e" providerId="LiveId" clId="{C5D15607-3D89-4432-AEBA-7EDDE20FB0FE}" dt="2022-08-02T13:04:43.090" v="5338" actId="20577"/>
        <pc:sldMkLst>
          <pc:docMk/>
          <pc:sldMk cId="1384210861" sldId="673"/>
        </pc:sldMkLst>
        <pc:spChg chg="mod">
          <ac:chgData name="Naimish Vadodariya" userId="d2e325c0593a319e" providerId="LiveId" clId="{C5D15607-3D89-4432-AEBA-7EDDE20FB0FE}" dt="2022-07-21T05:48:46.246" v="4558" actId="20577"/>
          <ac:spMkLst>
            <pc:docMk/>
            <pc:sldMk cId="1384210861" sldId="673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6:34.185" v="4003" actId="20577"/>
          <ac:spMkLst>
            <pc:docMk/>
            <pc:sldMk cId="1384210861" sldId="673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8-02T13:04:43.090" v="5338" actId="20577"/>
          <ac:spMkLst>
            <pc:docMk/>
            <pc:sldMk cId="1384210861" sldId="673"/>
            <ac:spMk id="8" creationId="{B8FDCB5D-380D-198C-97AB-A228E80D4BF6}"/>
          </ac:spMkLst>
        </pc:spChg>
        <pc:spChg chg="add mod">
          <ac:chgData name="Naimish Vadodariya" userId="d2e325c0593a319e" providerId="LiveId" clId="{C5D15607-3D89-4432-AEBA-7EDDE20FB0FE}" dt="2022-07-21T05:23:13.388" v="4090" actId="1076"/>
          <ac:spMkLst>
            <pc:docMk/>
            <pc:sldMk cId="1384210861" sldId="673"/>
            <ac:spMk id="9" creationId="{AD3A797A-5E30-A59E-3CA0-65013A51D317}"/>
          </ac:spMkLst>
        </pc:spChg>
        <pc:spChg chg="add mod">
          <ac:chgData name="Naimish Vadodariya" userId="d2e325c0593a319e" providerId="LiveId" clId="{C5D15607-3D89-4432-AEBA-7EDDE20FB0FE}" dt="2022-07-21T05:23:13.388" v="4090" actId="1076"/>
          <ac:spMkLst>
            <pc:docMk/>
            <pc:sldMk cId="1384210861" sldId="673"/>
            <ac:spMk id="10" creationId="{CFD4A40F-36C6-1577-6AC7-D362CD1C1CA5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1" creationId="{16A1463B-4C6C-E3DE-269F-232F0B13C448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2" creationId="{5BC6C5F2-073C-28AC-0265-F11327DB0ADA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3" creationId="{3B59716D-BF53-DA00-699F-38D70B5612D9}"/>
          </ac:spMkLst>
        </pc:spChg>
        <pc:graphicFrameChg chg="modGraphic">
          <ac:chgData name="Naimish Vadodariya" userId="d2e325c0593a319e" providerId="LiveId" clId="{C5D15607-3D89-4432-AEBA-7EDDE20FB0FE}" dt="2022-07-21T05:35:52.924" v="4423" actId="2062"/>
          <ac:graphicFrameMkLst>
            <pc:docMk/>
            <pc:sldMk cId="1384210861" sldId="673"/>
            <ac:graphicFrameMk id="4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35:56.338" v="4424" actId="2062"/>
          <ac:graphicFrameMkLst>
            <pc:docMk/>
            <pc:sldMk cId="1384210861" sldId="673"/>
            <ac:graphicFrameMk id="6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36:02.942" v="4425" actId="14100"/>
          <ac:graphicFrameMkLst>
            <pc:docMk/>
            <pc:sldMk cId="1384210861" sldId="673"/>
            <ac:graphicFrameMk id="7" creationId="{26B864CA-85CD-4666-B9D1-870ED08B272C}"/>
          </ac:graphicFrameMkLst>
        </pc:graphicFrameChg>
      </pc:sldChg>
      <pc:sldChg chg="modSp add del modAnim">
        <pc:chgData name="Naimish Vadodariya" userId="d2e325c0593a319e" providerId="LiveId" clId="{C5D15607-3D89-4432-AEBA-7EDDE20FB0FE}" dt="2022-07-21T05:22:50.399" v="4088" actId="2696"/>
        <pc:sldMkLst>
          <pc:docMk/>
          <pc:sldMk cId="2012936555" sldId="675"/>
        </pc:sldMkLst>
        <pc:spChg chg="mod">
          <ac:chgData name="Naimish Vadodariya" userId="d2e325c0593a319e" providerId="LiveId" clId="{C5D15607-3D89-4432-AEBA-7EDDE20FB0FE}" dt="2022-07-20T06:06:42.985" v="3652" actId="20577"/>
          <ac:spMkLst>
            <pc:docMk/>
            <pc:sldMk cId="2012936555" sldId="675"/>
            <ac:spMk id="3" creationId="{00000000-0000-0000-0000-000000000000}"/>
          </ac:spMkLst>
        </pc:spChg>
      </pc:sldChg>
      <pc:sldChg chg="modSp add del mod modAnim">
        <pc:chgData name="Naimish Vadodariya" userId="d2e325c0593a319e" providerId="LiveId" clId="{C5D15607-3D89-4432-AEBA-7EDDE20FB0FE}" dt="2022-07-21T05:22:53.680" v="4089" actId="2696"/>
        <pc:sldMkLst>
          <pc:docMk/>
          <pc:sldMk cId="807128902" sldId="676"/>
        </pc:sldMkLst>
        <pc:spChg chg="mod">
          <ac:chgData name="Naimish Vadodariya" userId="d2e325c0593a319e" providerId="LiveId" clId="{C5D15607-3D89-4432-AEBA-7EDDE20FB0FE}" dt="2022-07-20T05:57:00.036" v="3167" actId="20577"/>
          <ac:spMkLst>
            <pc:docMk/>
            <pc:sldMk cId="807128902" sldId="676"/>
            <ac:spMk id="3" creationId="{00000000-0000-0000-0000-000000000000}"/>
          </ac:spMkLst>
        </pc:spChg>
        <pc:graphicFrameChg chg="mod">
          <ac:chgData name="Naimish Vadodariya" userId="d2e325c0593a319e" providerId="LiveId" clId="{C5D15607-3D89-4432-AEBA-7EDDE20FB0FE}" dt="2022-07-20T05:57:05.966" v="3183" actId="1036"/>
          <ac:graphicFrameMkLst>
            <pc:docMk/>
            <pc:sldMk cId="807128902" sldId="676"/>
            <ac:graphicFrameMk id="6" creationId="{2486BC6F-42B7-4A1D-889E-1B1818D1D5FB}"/>
          </ac:graphicFrameMkLst>
        </pc:graphicFrameChg>
        <pc:graphicFrameChg chg="mod">
          <ac:chgData name="Naimish Vadodariya" userId="d2e325c0593a319e" providerId="LiveId" clId="{C5D15607-3D89-4432-AEBA-7EDDE20FB0FE}" dt="2022-07-20T05:57:05.966" v="3183" actId="1036"/>
          <ac:graphicFrameMkLst>
            <pc:docMk/>
            <pc:sldMk cId="807128902" sldId="676"/>
            <ac:graphicFrameMk id="7" creationId="{26B864CA-85CD-4666-B9D1-870ED08B272C}"/>
          </ac:graphicFrameMkLst>
        </pc:graphicFrameChg>
      </pc:sldChg>
      <pc:sldChg chg="modSp add del modAnim">
        <pc:chgData name="Naimish Vadodariya" userId="d2e325c0593a319e" providerId="LiveId" clId="{C5D15607-3D89-4432-AEBA-7EDDE20FB0FE}" dt="2022-07-21T05:24:07.922" v="4098" actId="2696"/>
        <pc:sldMkLst>
          <pc:docMk/>
          <pc:sldMk cId="938954402" sldId="680"/>
        </pc:sldMkLst>
        <pc:spChg chg="mod">
          <ac:chgData name="Naimish Vadodariya" userId="d2e325c0593a319e" providerId="LiveId" clId="{C5D15607-3D89-4432-AEBA-7EDDE20FB0FE}" dt="2022-07-20T05:57:17.992" v="3185" actId="6549"/>
          <ac:spMkLst>
            <pc:docMk/>
            <pc:sldMk cId="938954402" sldId="680"/>
            <ac:spMk id="3" creationId="{00000000-0000-0000-0000-000000000000}"/>
          </ac:spMkLst>
        </pc:spChg>
      </pc:sldChg>
      <pc:sldChg chg="modSp add del modAnim">
        <pc:chgData name="Naimish Vadodariya" userId="d2e325c0593a319e" providerId="LiveId" clId="{C5D15607-3D89-4432-AEBA-7EDDE20FB0FE}" dt="2022-07-21T05:41:40.215" v="4426" actId="2696"/>
        <pc:sldMkLst>
          <pc:docMk/>
          <pc:sldMk cId="2397500251" sldId="681"/>
        </pc:sldMkLst>
        <pc:spChg chg="mod">
          <ac:chgData name="Naimish Vadodariya" userId="d2e325c0593a319e" providerId="LiveId" clId="{C5D15607-3D89-4432-AEBA-7EDDE20FB0FE}" dt="2022-07-20T06:08:11.829" v="3659" actId="20577"/>
          <ac:spMkLst>
            <pc:docMk/>
            <pc:sldMk cId="2397500251" sldId="681"/>
            <ac:spMk id="3" creationId="{00000000-0000-0000-0000-000000000000}"/>
          </ac:spMkLst>
        </pc:spChg>
      </pc:sldChg>
      <pc:sldChg chg="modSp add del modAnim">
        <pc:chgData name="Naimish Vadodariya" userId="d2e325c0593a319e" providerId="LiveId" clId="{C5D15607-3D89-4432-AEBA-7EDDE20FB0FE}" dt="2022-07-21T05:48:33.228" v="4554" actId="2696"/>
        <pc:sldMkLst>
          <pc:docMk/>
          <pc:sldMk cId="2750817878" sldId="682"/>
        </pc:sldMkLst>
        <pc:spChg chg="mod">
          <ac:chgData name="Naimish Vadodariya" userId="d2e325c0593a319e" providerId="LiveId" clId="{C5D15607-3D89-4432-AEBA-7EDDE20FB0FE}" dt="2022-07-20T05:56:17.785" v="3161" actId="108"/>
          <ac:spMkLst>
            <pc:docMk/>
            <pc:sldMk cId="2750817878" sldId="682"/>
            <ac:spMk id="3" creationId="{00000000-0000-0000-0000-000000000000}"/>
          </ac:spMkLst>
        </pc:spChg>
      </pc:sldChg>
      <pc:sldChg chg="addSp delSp modSp new mod modAnim">
        <pc:chgData name="Naimish Vadodariya" userId="d2e325c0593a319e" providerId="LiveId" clId="{C5D15607-3D89-4432-AEBA-7EDDE20FB0FE}" dt="2022-08-05T03:17:05.330" v="5951" actId="20577"/>
        <pc:sldMkLst>
          <pc:docMk/>
          <pc:sldMk cId="208120750" sldId="683"/>
        </pc:sldMkLst>
        <pc:spChg chg="mod">
          <ac:chgData name="Naimish Vadodariya" userId="d2e325c0593a319e" providerId="LiveId" clId="{C5D15607-3D89-4432-AEBA-7EDDE20FB0FE}" dt="2022-08-05T03:17:05.330" v="5951" actId="20577"/>
          <ac:spMkLst>
            <pc:docMk/>
            <pc:sldMk cId="208120750" sldId="683"/>
            <ac:spMk id="2" creationId="{1D522477-C5E6-4247-4C70-D60E0DE0B15B}"/>
          </ac:spMkLst>
        </pc:spChg>
        <pc:spChg chg="del">
          <ac:chgData name="Naimish Vadodariya" userId="d2e325c0593a319e" providerId="LiveId" clId="{C5D15607-3D89-4432-AEBA-7EDDE20FB0FE}" dt="2022-07-20T05:57:56.397" v="3188" actId="478"/>
          <ac:spMkLst>
            <pc:docMk/>
            <pc:sldMk cId="208120750" sldId="683"/>
            <ac:spMk id="3" creationId="{0C716143-3D11-D186-13E8-27A0C51213A3}"/>
          </ac:spMkLst>
        </pc:spChg>
        <pc:spChg chg="mod">
          <ac:chgData name="Naimish Vadodariya" userId="d2e325c0593a319e" providerId="LiveId" clId="{C5D15607-3D89-4432-AEBA-7EDDE20FB0FE}" dt="2022-07-20T06:06:04.290" v="3649" actId="14100"/>
          <ac:spMkLst>
            <pc:docMk/>
            <pc:sldMk cId="208120750" sldId="683"/>
            <ac:spMk id="7" creationId="{C96FEA9C-1534-7353-A8FE-09F22C92D913}"/>
          </ac:spMkLst>
        </pc:spChg>
        <pc:spChg chg="mod">
          <ac:chgData name="Naimish Vadodariya" userId="d2e325c0593a319e" providerId="LiveId" clId="{C5D15607-3D89-4432-AEBA-7EDDE20FB0FE}" dt="2022-07-22T02:52:36.101" v="4736" actId="14100"/>
          <ac:spMkLst>
            <pc:docMk/>
            <pc:sldMk cId="208120750" sldId="683"/>
            <ac:spMk id="8" creationId="{A0702EEF-F482-45A6-1F21-AE23F22E1A1D}"/>
          </ac:spMkLst>
        </pc:spChg>
        <pc:grpChg chg="add mod">
          <ac:chgData name="Naimish Vadodariya" userId="d2e325c0593a319e" providerId="LiveId" clId="{C5D15607-3D89-4432-AEBA-7EDDE20FB0FE}" dt="2022-07-20T05:59:00.592" v="3205" actId="14100"/>
          <ac:grpSpMkLst>
            <pc:docMk/>
            <pc:sldMk cId="208120750" sldId="683"/>
            <ac:grpSpMk id="6" creationId="{32CFF17C-2F7C-1CB3-F439-E587C6FEAB8F}"/>
          </ac:grpSpMkLst>
        </pc:grpChg>
        <pc:graphicFrameChg chg="add mod">
          <ac:chgData name="Naimish Vadodariya" userId="d2e325c0593a319e" providerId="LiveId" clId="{C5D15607-3D89-4432-AEBA-7EDDE20FB0FE}" dt="2022-07-20T05:57:53.659" v="3187"/>
          <ac:graphicFrameMkLst>
            <pc:docMk/>
            <pc:sldMk cId="208120750" sldId="683"/>
            <ac:graphicFrameMk id="4" creationId="{9DD5ED74-CCEB-0B3E-B2AC-3DDC63428BBA}"/>
          </ac:graphicFrameMkLst>
        </pc:graphicFrameChg>
        <pc:graphicFrameChg chg="add mod">
          <ac:chgData name="Naimish Vadodariya" userId="d2e325c0593a319e" providerId="LiveId" clId="{C5D15607-3D89-4432-AEBA-7EDDE20FB0FE}" dt="2022-07-20T05:57:53.659" v="3187"/>
          <ac:graphicFrameMkLst>
            <pc:docMk/>
            <pc:sldMk cId="208120750" sldId="683"/>
            <ac:graphicFrameMk id="5" creationId="{82E8ADC2-DF14-359D-B349-5D0DCAD02B6F}"/>
          </ac:graphicFrameMkLst>
        </pc:graphicFrameChg>
      </pc:sldChg>
      <pc:sldChg chg="delSp modSp add mod delAnim">
        <pc:chgData name="Naimish Vadodariya" userId="d2e325c0593a319e" providerId="LiveId" clId="{C5D15607-3D89-4432-AEBA-7EDDE20FB0FE}" dt="2022-08-02T13:55:20.336" v="5924" actId="123"/>
        <pc:sldMkLst>
          <pc:docMk/>
          <pc:sldMk cId="1996856082" sldId="684"/>
        </pc:sldMkLst>
        <pc:spChg chg="mod">
          <ac:chgData name="Naimish Vadodariya" userId="d2e325c0593a319e" providerId="LiveId" clId="{C5D15607-3D89-4432-AEBA-7EDDE20FB0FE}" dt="2022-07-21T03:09:26.389" v="3705" actId="20577"/>
          <ac:spMkLst>
            <pc:docMk/>
            <pc:sldMk cId="1996856082" sldId="684"/>
            <ac:spMk id="2" creationId="{1D522477-C5E6-4247-4C70-D60E0DE0B15B}"/>
          </ac:spMkLst>
        </pc:spChg>
        <pc:spChg chg="del topLvl">
          <ac:chgData name="Naimish Vadodariya" userId="d2e325c0593a319e" providerId="LiveId" clId="{C5D15607-3D89-4432-AEBA-7EDDE20FB0FE}" dt="2022-07-21T03:09:31.238" v="3707" actId="478"/>
          <ac:spMkLst>
            <pc:docMk/>
            <pc:sldMk cId="1996856082" sldId="684"/>
            <ac:spMk id="7" creationId="{C96FEA9C-1534-7353-A8FE-09F22C92D913}"/>
          </ac:spMkLst>
        </pc:spChg>
        <pc:spChg chg="del topLvl">
          <ac:chgData name="Naimish Vadodariya" userId="d2e325c0593a319e" providerId="LiveId" clId="{C5D15607-3D89-4432-AEBA-7EDDE20FB0FE}" dt="2022-07-21T03:09:30.222" v="3706" actId="478"/>
          <ac:spMkLst>
            <pc:docMk/>
            <pc:sldMk cId="1996856082" sldId="684"/>
            <ac:spMk id="8" creationId="{A0702EEF-F482-45A6-1F21-AE23F22E1A1D}"/>
          </ac:spMkLst>
        </pc:spChg>
        <pc:grpChg chg="del">
          <ac:chgData name="Naimish Vadodariya" userId="d2e325c0593a319e" providerId="LiveId" clId="{C5D15607-3D89-4432-AEBA-7EDDE20FB0FE}" dt="2022-07-21T03:09:30.222" v="3706" actId="478"/>
          <ac:grpSpMkLst>
            <pc:docMk/>
            <pc:sldMk cId="1996856082" sldId="684"/>
            <ac:grpSpMk id="6" creationId="{32CFF17C-2F7C-1CB3-F439-E587C6FEAB8F}"/>
          </ac:grpSpMkLst>
        </pc:grpChg>
        <pc:graphicFrameChg chg="mod modGraphic">
          <ac:chgData name="Naimish Vadodariya" userId="d2e325c0593a319e" providerId="LiveId" clId="{C5D15607-3D89-4432-AEBA-7EDDE20FB0FE}" dt="2022-08-02T13:55:20.336" v="5924" actId="123"/>
          <ac:graphicFrameMkLst>
            <pc:docMk/>
            <pc:sldMk cId="1996856082" sldId="684"/>
            <ac:graphicFrameMk id="4" creationId="{9DD5ED74-CCEB-0B3E-B2AC-3DDC63428BBA}"/>
          </ac:graphicFrameMkLst>
        </pc:graphicFrameChg>
        <pc:graphicFrameChg chg="mod modGraphic">
          <ac:chgData name="Naimish Vadodariya" userId="d2e325c0593a319e" providerId="LiveId" clId="{C5D15607-3D89-4432-AEBA-7EDDE20FB0FE}" dt="2022-07-21T03:12:14.809" v="3733" actId="122"/>
          <ac:graphicFrameMkLst>
            <pc:docMk/>
            <pc:sldMk cId="1996856082" sldId="684"/>
            <ac:graphicFrameMk id="5" creationId="{82E8ADC2-DF14-359D-B349-5D0DCAD02B6F}"/>
          </ac:graphicFrameMkLst>
        </pc:graphicFrameChg>
      </pc:sldChg>
      <pc:sldChg chg="modSp add mod addAnim delAnim">
        <pc:chgData name="Naimish Vadodariya" userId="d2e325c0593a319e" providerId="LiveId" clId="{C5D15607-3D89-4432-AEBA-7EDDE20FB0FE}" dt="2022-08-02T13:55:14.671" v="5923" actId="123"/>
        <pc:sldMkLst>
          <pc:docMk/>
          <pc:sldMk cId="110166396" sldId="685"/>
        </pc:sldMkLst>
        <pc:spChg chg="mod">
          <ac:chgData name="Naimish Vadodariya" userId="d2e325c0593a319e" providerId="LiveId" clId="{C5D15607-3D89-4432-AEBA-7EDDE20FB0FE}" dt="2022-07-21T03:15:09.365" v="3776" actId="20577"/>
          <ac:spMkLst>
            <pc:docMk/>
            <pc:sldMk cId="110166396" sldId="685"/>
            <ac:spMk id="2" creationId="{1D522477-C5E6-4247-4C70-D60E0DE0B15B}"/>
          </ac:spMkLst>
        </pc:spChg>
        <pc:graphicFrameChg chg="mod modGraphic">
          <ac:chgData name="Naimish Vadodariya" userId="d2e325c0593a319e" providerId="LiveId" clId="{C5D15607-3D89-4432-AEBA-7EDDE20FB0FE}" dt="2022-08-02T13:55:14.671" v="5923" actId="123"/>
          <ac:graphicFrameMkLst>
            <pc:docMk/>
            <pc:sldMk cId="110166396" sldId="685"/>
            <ac:graphicFrameMk id="4" creationId="{9DD5ED74-CCEB-0B3E-B2AC-3DDC63428BBA}"/>
          </ac:graphicFrameMkLst>
        </pc:graphicFrameChg>
      </pc:sldChg>
      <pc:sldChg chg="modSp add del mod">
        <pc:chgData name="Naimish Vadodariya" userId="d2e325c0593a319e" providerId="LiveId" clId="{C5D15607-3D89-4432-AEBA-7EDDE20FB0FE}" dt="2022-07-21T05:20:58.769" v="4036" actId="2696"/>
        <pc:sldMkLst>
          <pc:docMk/>
          <pc:sldMk cId="1074586154" sldId="686"/>
        </pc:sldMkLst>
        <pc:spChg chg="mod">
          <ac:chgData name="Naimish Vadodariya" userId="d2e325c0593a319e" providerId="LiveId" clId="{C5D15607-3D89-4432-AEBA-7EDDE20FB0FE}" dt="2022-07-21T05:14:59.587" v="3858" actId="20577"/>
          <ac:spMkLst>
            <pc:docMk/>
            <pc:sldMk cId="1074586154" sldId="686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5:15.487" v="3892" actId="20577"/>
          <ac:spMkLst>
            <pc:docMk/>
            <pc:sldMk cId="1074586154" sldId="686"/>
            <ac:spMk id="3" creationId="{00000000-0000-0000-0000-000000000000}"/>
          </ac:spMkLst>
        </pc:spChg>
      </pc:sldChg>
      <pc:sldChg chg="addSp modSp add mod modAnim">
        <pc:chgData name="Naimish Vadodariya" userId="d2e325c0593a319e" providerId="LiveId" clId="{C5D15607-3D89-4432-AEBA-7EDDE20FB0FE}" dt="2022-07-21T05:35:44.400" v="4422" actId="2062"/>
        <pc:sldMkLst>
          <pc:docMk/>
          <pc:sldMk cId="2159378148" sldId="687"/>
        </pc:sldMkLst>
        <pc:spChg chg="mod">
          <ac:chgData name="Naimish Vadodariya" userId="d2e325c0593a319e" providerId="LiveId" clId="{C5D15607-3D89-4432-AEBA-7EDDE20FB0FE}" dt="2022-07-21T05:21:31.911" v="4038" actId="207"/>
          <ac:spMkLst>
            <pc:docMk/>
            <pc:sldMk cId="2159378148" sldId="687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9:15.450" v="4015" actId="6549"/>
          <ac:spMkLst>
            <pc:docMk/>
            <pc:sldMk cId="2159378148" sldId="687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7-21T05:33:33.261" v="4385" actId="20577"/>
          <ac:spMkLst>
            <pc:docMk/>
            <pc:sldMk cId="2159378148" sldId="687"/>
            <ac:spMk id="8" creationId="{EFF3ABDB-F709-D09B-625E-7D148E8DB815}"/>
          </ac:spMkLst>
        </pc:spChg>
        <pc:spChg chg="add mod">
          <ac:chgData name="Naimish Vadodariya" userId="d2e325c0593a319e" providerId="LiveId" clId="{C5D15607-3D89-4432-AEBA-7EDDE20FB0FE}" dt="2022-07-21T05:22:26.699" v="4085" actId="20577"/>
          <ac:spMkLst>
            <pc:docMk/>
            <pc:sldMk cId="2159378148" sldId="687"/>
            <ac:spMk id="9" creationId="{5FDD3E90-64F7-9BBD-4D64-7DACA45947DE}"/>
          </ac:spMkLst>
        </pc:spChg>
        <pc:spChg chg="add mod">
          <ac:chgData name="Naimish Vadodariya" userId="d2e325c0593a319e" providerId="LiveId" clId="{C5D15607-3D89-4432-AEBA-7EDDE20FB0FE}" dt="2022-07-21T05:19:42.580" v="4023" actId="1076"/>
          <ac:spMkLst>
            <pc:docMk/>
            <pc:sldMk cId="2159378148" sldId="687"/>
            <ac:spMk id="10" creationId="{598F2250-72F3-7A80-03BD-1F1544F6EBF2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1" creationId="{317DD91F-2C43-E92E-B141-5DC2386447E6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2" creationId="{57F5D530-4C59-BBDF-0BCE-4DC096F679B8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3" creationId="{A76470CA-2686-39D3-A6D6-F4D9D003246F}"/>
          </ac:spMkLst>
        </pc:spChg>
        <pc:graphicFrameChg chg="modGraphic">
          <ac:chgData name="Naimish Vadodariya" userId="d2e325c0593a319e" providerId="LiveId" clId="{C5D15607-3D89-4432-AEBA-7EDDE20FB0FE}" dt="2022-07-21T05:35:44.400" v="4422" actId="2062"/>
          <ac:graphicFrameMkLst>
            <pc:docMk/>
            <pc:sldMk cId="2159378148" sldId="687"/>
            <ac:graphicFrameMk id="4" creationId="{2486BC6F-42B7-4A1D-889E-1B1818D1D5FB}"/>
          </ac:graphicFrameMkLst>
        </pc:graphicFrameChg>
        <pc:graphicFrameChg chg="mod">
          <ac:chgData name="Naimish Vadodariya" userId="d2e325c0593a319e" providerId="LiveId" clId="{C5D15607-3D89-4432-AEBA-7EDDE20FB0FE}" dt="2022-07-21T05:20:34.657" v="4035" actId="1076"/>
          <ac:graphicFrameMkLst>
            <pc:docMk/>
            <pc:sldMk cId="2159378148" sldId="687"/>
            <ac:graphicFrameMk id="6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23:28.833" v="4091" actId="14100"/>
          <ac:graphicFrameMkLst>
            <pc:docMk/>
            <pc:sldMk cId="2159378148" sldId="687"/>
            <ac:graphicFrameMk id="7" creationId="{26B864CA-85CD-4666-B9D1-870ED08B272C}"/>
          </ac:graphicFrameMkLst>
        </pc:graphicFrameChg>
      </pc:sldChg>
      <pc:sldChg chg="add del">
        <pc:chgData name="Naimish Vadodariya" userId="d2e325c0593a319e" providerId="LiveId" clId="{C5D15607-3D89-4432-AEBA-7EDDE20FB0FE}" dt="2022-07-21T05:22:45.450" v="4087" actId="2696"/>
        <pc:sldMkLst>
          <pc:docMk/>
          <pc:sldMk cId="589128531" sldId="688"/>
        </pc:sldMkLst>
      </pc:sldChg>
      <pc:sldChg chg="modSp add del">
        <pc:chgData name="Naimish Vadodariya" userId="d2e325c0593a319e" providerId="LiveId" clId="{C5D15607-3D89-4432-AEBA-7EDDE20FB0FE}" dt="2022-07-21T05:28:15.105" v="4237" actId="2696"/>
        <pc:sldMkLst>
          <pc:docMk/>
          <pc:sldMk cId="2815962784" sldId="688"/>
        </pc:sldMkLst>
        <pc:spChg chg="mod">
          <ac:chgData name="Naimish Vadodariya" userId="d2e325c0593a319e" providerId="LiveId" clId="{C5D15607-3D89-4432-AEBA-7EDDE20FB0FE}" dt="2022-07-21T05:23:56.354" v="4097" actId="20577"/>
          <ac:spMkLst>
            <pc:docMk/>
            <pc:sldMk cId="2815962784" sldId="688"/>
            <ac:spMk id="3" creationId="{00000000-0000-0000-0000-000000000000}"/>
          </ac:spMkLst>
        </pc:spChg>
      </pc:sldChg>
      <pc:sldChg chg="addSp modSp add mod modAnim">
        <pc:chgData name="Naimish Vadodariya" userId="d2e325c0593a319e" providerId="LiveId" clId="{C5D15607-3D89-4432-AEBA-7EDDE20FB0FE}" dt="2022-07-22T07:13:18.019" v="4738" actId="12"/>
        <pc:sldMkLst>
          <pc:docMk/>
          <pc:sldMk cId="2649531586" sldId="689"/>
        </pc:sldMkLst>
        <pc:spChg chg="mod">
          <ac:chgData name="Naimish Vadodariya" userId="d2e325c0593a319e" providerId="LiveId" clId="{C5D15607-3D89-4432-AEBA-7EDDE20FB0FE}" dt="2022-07-21T05:43:59.889" v="4486" actId="20577"/>
          <ac:spMkLst>
            <pc:docMk/>
            <pc:sldMk cId="2649531586" sldId="689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2T07:13:18.019" v="4738" actId="12"/>
          <ac:spMkLst>
            <pc:docMk/>
            <pc:sldMk cId="2649531586" sldId="689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7-21T05:33:27.129" v="4384" actId="20577"/>
          <ac:spMkLst>
            <pc:docMk/>
            <pc:sldMk cId="2649531586" sldId="689"/>
            <ac:spMk id="7" creationId="{EF46A604-D831-08C9-8A1F-5B773647B7F5}"/>
          </ac:spMkLst>
        </pc:spChg>
        <pc:spChg chg="add mod">
          <ac:chgData name="Naimish Vadodariya" userId="d2e325c0593a319e" providerId="LiveId" clId="{C5D15607-3D89-4432-AEBA-7EDDE20FB0FE}" dt="2022-07-21T05:25:03.091" v="4123" actId="1076"/>
          <ac:spMkLst>
            <pc:docMk/>
            <pc:sldMk cId="2649531586" sldId="689"/>
            <ac:spMk id="8" creationId="{EB211650-5962-6765-C899-42E92A5E821E}"/>
          </ac:spMkLst>
        </pc:spChg>
        <pc:spChg chg="add mod">
          <ac:chgData name="Naimish Vadodariya" userId="d2e325c0593a319e" providerId="LiveId" clId="{C5D15607-3D89-4432-AEBA-7EDDE20FB0FE}" dt="2022-07-21T05:25:03.091" v="4123" actId="1076"/>
          <ac:spMkLst>
            <pc:docMk/>
            <pc:sldMk cId="2649531586" sldId="689"/>
            <ac:spMk id="10" creationId="{0331989E-8179-4BDF-EF61-C99E9BD6DAC0}"/>
          </ac:spMkLst>
        </pc:spChg>
        <pc:spChg chg="add mod">
          <ac:chgData name="Naimish Vadodariya" userId="d2e325c0593a319e" providerId="LiveId" clId="{C5D15607-3D89-4432-AEBA-7EDDE20FB0FE}" dt="2022-07-21T05:27:43.644" v="4234"/>
          <ac:spMkLst>
            <pc:docMk/>
            <pc:sldMk cId="2649531586" sldId="689"/>
            <ac:spMk id="11" creationId="{B48D4D86-CCDA-83F0-5065-DF6BF1444A24}"/>
          </ac:spMkLst>
        </pc:spChg>
        <pc:spChg chg="add mod">
          <ac:chgData name="Naimish Vadodariya" userId="d2e325c0593a319e" providerId="LiveId" clId="{C5D15607-3D89-4432-AEBA-7EDDE20FB0FE}" dt="2022-07-21T05:27:48.893" v="4236" actId="20577"/>
          <ac:spMkLst>
            <pc:docMk/>
            <pc:sldMk cId="2649531586" sldId="689"/>
            <ac:spMk id="12" creationId="{73DD812F-0EC0-C258-4665-E76E26DB51A4}"/>
          </ac:spMkLst>
        </pc:spChg>
        <pc:spChg chg="add mod">
          <ac:chgData name="Naimish Vadodariya" userId="d2e325c0593a319e" providerId="LiveId" clId="{C5D15607-3D89-4432-AEBA-7EDDE20FB0FE}" dt="2022-07-21T05:25:39.785" v="4152" actId="1036"/>
          <ac:spMkLst>
            <pc:docMk/>
            <pc:sldMk cId="2649531586" sldId="689"/>
            <ac:spMk id="13" creationId="{F8515CA1-B5FF-0A60-1C7B-FD0213C3B486}"/>
          </ac:spMkLst>
        </pc:spChg>
        <pc:graphicFrameChg chg="modGraphic">
          <ac:chgData name="Naimish Vadodariya" userId="d2e325c0593a319e" providerId="LiveId" clId="{C5D15607-3D89-4432-AEBA-7EDDE20FB0FE}" dt="2022-07-21T05:35:39.479" v="4421" actId="2062"/>
          <ac:graphicFrameMkLst>
            <pc:docMk/>
            <pc:sldMk cId="2649531586" sldId="689"/>
            <ac:graphicFrameMk id="4" creationId="{2486BC6F-42B7-4A1D-889E-1B1818D1D5FB}"/>
          </ac:graphicFrameMkLst>
        </pc:graphicFrameChg>
      </pc:sldChg>
      <pc:sldChg chg="addSp delSp modSp add mod delAnim modAnim">
        <pc:chgData name="Naimish Vadodariya" userId="d2e325c0593a319e" providerId="LiveId" clId="{C5D15607-3D89-4432-AEBA-7EDDE20FB0FE}" dt="2022-07-21T05:43:56.298" v="4484" actId="20577"/>
        <pc:sldMkLst>
          <pc:docMk/>
          <pc:sldMk cId="961310112" sldId="690"/>
        </pc:sldMkLst>
        <pc:spChg chg="mod">
          <ac:chgData name="Naimish Vadodariya" userId="d2e325c0593a319e" providerId="LiveId" clId="{C5D15607-3D89-4432-AEBA-7EDDE20FB0FE}" dt="2022-07-21T05:43:56.298" v="4484" actId="20577"/>
          <ac:spMkLst>
            <pc:docMk/>
            <pc:sldMk cId="961310112" sldId="690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33:46.104" v="4386" actId="14100"/>
          <ac:spMkLst>
            <pc:docMk/>
            <pc:sldMk cId="961310112" sldId="690"/>
            <ac:spMk id="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33:09.537" v="4376" actId="20577"/>
          <ac:spMkLst>
            <pc:docMk/>
            <pc:sldMk cId="961310112" sldId="690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7-21T05:32:41.715" v="4355" actId="20577"/>
          <ac:spMkLst>
            <pc:docMk/>
            <pc:sldMk cId="961310112" sldId="690"/>
            <ac:spMk id="8" creationId="{EB211650-5962-6765-C899-42E92A5E821E}"/>
          </ac:spMkLst>
        </pc:spChg>
        <pc:spChg chg="del">
          <ac:chgData name="Naimish Vadodariya" userId="d2e325c0593a319e" providerId="LiveId" clId="{C5D15607-3D89-4432-AEBA-7EDDE20FB0FE}" dt="2022-07-21T05:31:04.043" v="4274" actId="478"/>
          <ac:spMkLst>
            <pc:docMk/>
            <pc:sldMk cId="961310112" sldId="690"/>
            <ac:spMk id="11" creationId="{B48D4D86-CCDA-83F0-5065-DF6BF1444A24}"/>
          </ac:spMkLst>
        </pc:spChg>
        <pc:spChg chg="del">
          <ac:chgData name="Naimish Vadodariya" userId="d2e325c0593a319e" providerId="LiveId" clId="{C5D15607-3D89-4432-AEBA-7EDDE20FB0FE}" dt="2022-07-21T05:31:08.114" v="4276" actId="478"/>
          <ac:spMkLst>
            <pc:docMk/>
            <pc:sldMk cId="961310112" sldId="690"/>
            <ac:spMk id="12" creationId="{73DD812F-0EC0-C258-4665-E76E26DB51A4}"/>
          </ac:spMkLst>
        </pc:spChg>
        <pc:spChg chg="del">
          <ac:chgData name="Naimish Vadodariya" userId="d2e325c0593a319e" providerId="LiveId" clId="{C5D15607-3D89-4432-AEBA-7EDDE20FB0FE}" dt="2022-07-21T05:31:06.177" v="4275" actId="478"/>
          <ac:spMkLst>
            <pc:docMk/>
            <pc:sldMk cId="961310112" sldId="690"/>
            <ac:spMk id="13" creationId="{F8515CA1-B5FF-0A60-1C7B-FD0213C3B486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5" creationId="{C4499F60-3764-5CC8-5C83-857AC1583F24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6" creationId="{08A50DC0-ACD1-C821-B8A5-EE4CB8303E37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7" creationId="{43DE4105-031D-D0DE-E4D9-777C2F947096}"/>
          </ac:spMkLst>
        </pc:spChg>
        <pc:graphicFrameChg chg="modGraphic">
          <ac:chgData name="Naimish Vadodariya" userId="d2e325c0593a319e" providerId="LiveId" clId="{C5D15607-3D89-4432-AEBA-7EDDE20FB0FE}" dt="2022-07-21T05:35:33.873" v="4420" actId="2062"/>
          <ac:graphicFrameMkLst>
            <pc:docMk/>
            <pc:sldMk cId="961310112" sldId="690"/>
            <ac:graphicFrameMk id="4" creationId="{2486BC6F-42B7-4A1D-889E-1B1818D1D5FB}"/>
          </ac:graphicFrameMkLst>
        </pc:graphicFrameChg>
        <pc:graphicFrameChg chg="add mod modGraphic">
          <ac:chgData name="Naimish Vadodariya" userId="d2e325c0593a319e" providerId="LiveId" clId="{C5D15607-3D89-4432-AEBA-7EDDE20FB0FE}" dt="2022-07-21T05:35:29.136" v="4419" actId="2062"/>
          <ac:graphicFrameMkLst>
            <pc:docMk/>
            <pc:sldMk cId="961310112" sldId="690"/>
            <ac:graphicFrameMk id="14" creationId="{CD4CB208-6586-AAD4-1436-DDA0A3C682F0}"/>
          </ac:graphicFrameMkLst>
        </pc:graphicFrameChg>
      </pc:sldChg>
      <pc:sldChg chg="modSp add del mod">
        <pc:chgData name="Naimish Vadodariya" userId="d2e325c0593a319e" providerId="LiveId" clId="{C5D15607-3D89-4432-AEBA-7EDDE20FB0FE}" dt="2022-07-21T05:49:07.217" v="4559" actId="2696"/>
        <pc:sldMkLst>
          <pc:docMk/>
          <pc:sldMk cId="1373516055" sldId="691"/>
        </pc:sldMkLst>
        <pc:spChg chg="mod">
          <ac:chgData name="Naimish Vadodariya" userId="d2e325c0593a319e" providerId="LiveId" clId="{C5D15607-3D89-4432-AEBA-7EDDE20FB0FE}" dt="2022-07-21T05:43:52.616" v="4482" actId="20577"/>
          <ac:spMkLst>
            <pc:docMk/>
            <pc:sldMk cId="1373516055" sldId="691"/>
            <ac:spMk id="2" creationId="{00000000-0000-0000-0000-000000000000}"/>
          </ac:spMkLst>
        </pc:spChg>
      </pc:sldChg>
      <pc:sldChg chg="addSp delSp modSp add mod delAnim modAnim">
        <pc:chgData name="Naimish Vadodariya" userId="d2e325c0593a319e" providerId="LiveId" clId="{C5D15607-3D89-4432-AEBA-7EDDE20FB0FE}" dt="2022-07-22T07:14:55.864" v="4739"/>
        <pc:sldMkLst>
          <pc:docMk/>
          <pc:sldMk cId="1845432079" sldId="692"/>
        </pc:sldMkLst>
        <pc:spChg chg="mod">
          <ac:chgData name="Naimish Vadodariya" userId="d2e325c0593a319e" providerId="LiveId" clId="{C5D15607-3D89-4432-AEBA-7EDDE20FB0FE}" dt="2022-07-21T05:44:53.918" v="4493" actId="20577"/>
          <ac:spMkLst>
            <pc:docMk/>
            <pc:sldMk cId="1845432079" sldId="692"/>
            <ac:spMk id="2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21T05:46:39.565" v="4535" actId="478"/>
          <ac:spMkLst>
            <pc:docMk/>
            <pc:sldMk cId="1845432079" sldId="692"/>
            <ac:spMk id="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45:37.003" v="4524" actId="20577"/>
          <ac:spMkLst>
            <pc:docMk/>
            <pc:sldMk cId="1845432079" sldId="692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7-21T05:45:13.701" v="4518" actId="20577"/>
          <ac:spMkLst>
            <pc:docMk/>
            <pc:sldMk cId="1845432079" sldId="692"/>
            <ac:spMk id="8" creationId="{EB211650-5962-6765-C899-42E92A5E821E}"/>
          </ac:spMkLst>
        </pc:spChg>
        <pc:spChg chg="del">
          <ac:chgData name="Naimish Vadodariya" userId="d2e325c0593a319e" providerId="LiveId" clId="{C5D15607-3D89-4432-AEBA-7EDDE20FB0FE}" dt="2022-07-21T05:46:51.949" v="4537" actId="478"/>
          <ac:spMkLst>
            <pc:docMk/>
            <pc:sldMk cId="1845432079" sldId="692"/>
            <ac:spMk id="9" creationId="{00000000-0000-0000-0000-000000000000}"/>
          </ac:spMkLst>
        </pc:spChg>
        <pc:spChg chg="add del mod">
          <ac:chgData name="Naimish Vadodariya" userId="d2e325c0593a319e" providerId="LiveId" clId="{C5D15607-3D89-4432-AEBA-7EDDE20FB0FE}" dt="2022-07-21T05:46:43.731" v="4536" actId="478"/>
          <ac:spMkLst>
            <pc:docMk/>
            <pc:sldMk cId="1845432079" sldId="692"/>
            <ac:spMk id="11" creationId="{DF1781DA-D82F-99E5-413F-05C06CA304F1}"/>
          </ac:spMkLst>
        </pc:spChg>
        <pc:spChg chg="mod">
          <ac:chgData name="Naimish Vadodariya" userId="d2e325c0593a319e" providerId="LiveId" clId="{C5D15607-3D89-4432-AEBA-7EDDE20FB0FE}" dt="2022-07-21T05:46:22.262" v="4533" actId="20577"/>
          <ac:spMkLst>
            <pc:docMk/>
            <pc:sldMk cId="1845432079" sldId="692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7-21T05:46:12.436" v="4526" actId="14100"/>
          <ac:spMkLst>
            <pc:docMk/>
            <pc:sldMk cId="1845432079" sldId="692"/>
            <ac:spMk id="16" creationId="{08A50DC0-ACD1-C821-B8A5-EE4CB8303E37}"/>
          </ac:spMkLst>
        </pc:spChg>
        <pc:spChg chg="mod">
          <ac:chgData name="Naimish Vadodariya" userId="d2e325c0593a319e" providerId="LiveId" clId="{C5D15607-3D89-4432-AEBA-7EDDE20FB0FE}" dt="2022-07-21T05:46:35.456" v="4534" actId="14100"/>
          <ac:spMkLst>
            <pc:docMk/>
            <pc:sldMk cId="1845432079" sldId="692"/>
            <ac:spMk id="17" creationId="{43DE4105-031D-D0DE-E4D9-777C2F947096}"/>
          </ac:spMkLst>
        </pc:spChg>
        <pc:graphicFrameChg chg="modGraphic">
          <ac:chgData name="Naimish Vadodariya" userId="d2e325c0593a319e" providerId="LiveId" clId="{C5D15607-3D89-4432-AEBA-7EDDE20FB0FE}" dt="2022-07-21T05:46:58.204" v="4538" actId="207"/>
          <ac:graphicFrameMkLst>
            <pc:docMk/>
            <pc:sldMk cId="1845432079" sldId="692"/>
            <ac:graphicFrameMk id="4" creationId="{2486BC6F-42B7-4A1D-889E-1B1818D1D5FB}"/>
          </ac:graphicFrameMkLst>
        </pc:graphicFrameChg>
        <pc:graphicFrameChg chg="modGraphic">
          <ac:chgData name="Naimish Vadodariya" userId="d2e325c0593a319e" providerId="LiveId" clId="{C5D15607-3D89-4432-AEBA-7EDDE20FB0FE}" dt="2022-07-21T05:48:05.438" v="4553" actId="207"/>
          <ac:graphicFrameMkLst>
            <pc:docMk/>
            <pc:sldMk cId="1845432079" sldId="692"/>
            <ac:graphicFrameMk id="14" creationId="{CD4CB208-6586-AAD4-1436-DDA0A3C682F0}"/>
          </ac:graphicFrameMkLst>
        </pc:graphicFrameChg>
        <pc:cxnChg chg="add mod">
          <ac:chgData name="Naimish Vadodariya" userId="d2e325c0593a319e" providerId="LiveId" clId="{C5D15607-3D89-4432-AEBA-7EDDE20FB0FE}" dt="2022-07-21T05:47:50.680" v="4552" actId="1036"/>
          <ac:cxnSpMkLst>
            <pc:docMk/>
            <pc:sldMk cId="1845432079" sldId="692"/>
            <ac:cxnSpMk id="13" creationId="{DD2346FC-414E-CC60-75EE-61A0300100B9}"/>
          </ac:cxnSpMkLst>
        </pc:cxnChg>
        <pc:cxnChg chg="add mod">
          <ac:chgData name="Naimish Vadodariya" userId="d2e325c0593a319e" providerId="LiveId" clId="{C5D15607-3D89-4432-AEBA-7EDDE20FB0FE}" dt="2022-07-21T05:47:50.680" v="4552" actId="1036"/>
          <ac:cxnSpMkLst>
            <pc:docMk/>
            <pc:sldMk cId="1845432079" sldId="692"/>
            <ac:cxnSpMk id="18" creationId="{772E376C-53DA-0001-04C6-ED1A78FF55BD}"/>
          </ac:cxnSpMkLst>
        </pc:cxnChg>
        <pc:cxnChg chg="add mod">
          <ac:chgData name="Naimish Vadodariya" userId="d2e325c0593a319e" providerId="LiveId" clId="{C5D15607-3D89-4432-AEBA-7EDDE20FB0FE}" dt="2022-07-21T05:47:36.243" v="4545" actId="571"/>
          <ac:cxnSpMkLst>
            <pc:docMk/>
            <pc:sldMk cId="1845432079" sldId="692"/>
            <ac:cxnSpMk id="21" creationId="{2DA2DA60-DB6C-327E-FF1E-619A8EBD09B5}"/>
          </ac:cxnSpMkLst>
        </pc:cxnChg>
        <pc:cxnChg chg="add mod">
          <ac:chgData name="Naimish Vadodariya" userId="d2e325c0593a319e" providerId="LiveId" clId="{C5D15607-3D89-4432-AEBA-7EDDE20FB0FE}" dt="2022-07-21T05:47:36.243" v="4545" actId="571"/>
          <ac:cxnSpMkLst>
            <pc:docMk/>
            <pc:sldMk cId="1845432079" sldId="692"/>
            <ac:cxnSpMk id="22" creationId="{B7FD1C1A-0CC7-6EEC-2177-2BBB22249870}"/>
          </ac:cxnSpMkLst>
        </pc:cxnChg>
      </pc:sldChg>
      <pc:sldChg chg="addSp delSp modSp add mod delAnim modAnim">
        <pc:chgData name="Naimish Vadodariya" userId="d2e325c0593a319e" providerId="LiveId" clId="{C5D15607-3D89-4432-AEBA-7EDDE20FB0FE}" dt="2022-08-02T13:59:37.629" v="5928" actId="207"/>
        <pc:sldMkLst>
          <pc:docMk/>
          <pc:sldMk cId="2964722498" sldId="693"/>
        </pc:sldMkLst>
        <pc:spChg chg="mod">
          <ac:chgData name="Naimish Vadodariya" userId="d2e325c0593a319e" providerId="LiveId" clId="{C5D15607-3D89-4432-AEBA-7EDDE20FB0FE}" dt="2022-08-02T13:59:37.629" v="5928" actId="207"/>
          <ac:spMkLst>
            <pc:docMk/>
            <pc:sldMk cId="2964722498" sldId="693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8-02T13:38:37.725" v="5843"/>
          <ac:spMkLst>
            <pc:docMk/>
            <pc:sldMk cId="2964722498" sldId="693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8-02T13:38:47.373" v="5851" actId="20577"/>
          <ac:spMkLst>
            <pc:docMk/>
            <pc:sldMk cId="2964722498" sldId="693"/>
            <ac:spMk id="8" creationId="{EB211650-5962-6765-C899-42E92A5E821E}"/>
          </ac:spMkLst>
        </pc:spChg>
        <pc:spChg chg="mod">
          <ac:chgData name="Naimish Vadodariya" userId="d2e325c0593a319e" providerId="LiveId" clId="{C5D15607-3D89-4432-AEBA-7EDDE20FB0FE}" dt="2022-08-02T13:29:03.740" v="5655" actId="1036"/>
          <ac:spMkLst>
            <pc:docMk/>
            <pc:sldMk cId="2964722498" sldId="693"/>
            <ac:spMk id="10" creationId="{0331989E-8179-4BDF-EF61-C99E9BD6DAC0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6" creationId="{08A50DC0-ACD1-C821-B8A5-EE4CB8303E37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7" creationId="{43DE4105-031D-D0DE-E4D9-777C2F947096}"/>
          </ac:spMkLst>
        </pc:spChg>
        <pc:spChg chg="add mod">
          <ac:chgData name="Naimish Vadodariya" userId="d2e325c0593a319e" providerId="LiveId" clId="{C5D15607-3D89-4432-AEBA-7EDDE20FB0FE}" dt="2022-08-02T13:44:39.882" v="5913" actId="14100"/>
          <ac:spMkLst>
            <pc:docMk/>
            <pc:sldMk cId="2964722498" sldId="693"/>
            <ac:spMk id="19" creationId="{CC74C14F-C13D-3C02-4C4E-3E96CFB42C4B}"/>
          </ac:spMkLst>
        </pc:spChg>
        <pc:spChg chg="add mod">
          <ac:chgData name="Naimish Vadodariya" userId="d2e325c0593a319e" providerId="LiveId" clId="{C5D15607-3D89-4432-AEBA-7EDDE20FB0FE}" dt="2022-08-02T13:51:51.052" v="5914" actId="1035"/>
          <ac:spMkLst>
            <pc:docMk/>
            <pc:sldMk cId="2964722498" sldId="693"/>
            <ac:spMk id="20" creationId="{AE5EFED1-E0F3-1EAB-3FBB-1AC572C3809D}"/>
          </ac:spMkLst>
        </pc:spChg>
        <pc:spChg chg="add mod">
          <ac:chgData name="Naimish Vadodariya" userId="d2e325c0593a319e" providerId="LiveId" clId="{C5D15607-3D89-4432-AEBA-7EDDE20FB0FE}" dt="2022-08-02T13:43:51.375" v="5909" actId="14100"/>
          <ac:spMkLst>
            <pc:docMk/>
            <pc:sldMk cId="2964722498" sldId="693"/>
            <ac:spMk id="21" creationId="{5384D5CD-1F17-87A6-54E7-ECF2A5F8ED8C}"/>
          </ac:spMkLst>
        </pc:spChg>
        <pc:graphicFrameChg chg="del">
          <ac:chgData name="Naimish Vadodariya" userId="d2e325c0593a319e" providerId="LiveId" clId="{C5D15607-3D89-4432-AEBA-7EDDE20FB0FE}" dt="2022-08-02T12:51:53.541" v="4770" actId="478"/>
          <ac:graphicFrameMkLst>
            <pc:docMk/>
            <pc:sldMk cId="2964722498" sldId="693"/>
            <ac:graphicFrameMk id="14" creationId="{CD4CB208-6586-AAD4-1436-DDA0A3C682F0}"/>
          </ac:graphicFrameMkLst>
        </pc:graphicFrameChg>
        <pc:cxnChg chg="del">
          <ac:chgData name="Naimish Vadodariya" userId="d2e325c0593a319e" providerId="LiveId" clId="{C5D15607-3D89-4432-AEBA-7EDDE20FB0FE}" dt="2022-08-02T12:51:55.525" v="4772" actId="478"/>
          <ac:cxnSpMkLst>
            <pc:docMk/>
            <pc:sldMk cId="2964722498" sldId="693"/>
            <ac:cxnSpMk id="13" creationId="{DD2346FC-414E-CC60-75EE-61A0300100B9}"/>
          </ac:cxnSpMkLst>
        </pc:cxnChg>
        <pc:cxnChg chg="del">
          <ac:chgData name="Naimish Vadodariya" userId="d2e325c0593a319e" providerId="LiveId" clId="{C5D15607-3D89-4432-AEBA-7EDDE20FB0FE}" dt="2022-08-02T12:51:54.728" v="4771" actId="478"/>
          <ac:cxnSpMkLst>
            <pc:docMk/>
            <pc:sldMk cId="2964722498" sldId="693"/>
            <ac:cxnSpMk id="18" creationId="{772E376C-53DA-0001-04C6-ED1A78FF55BD}"/>
          </ac:cxnSpMkLst>
        </pc:cxnChg>
      </pc:sldChg>
      <pc:sldChg chg="modSp add del mod">
        <pc:chgData name="Naimish Vadodariya" userId="d2e325c0593a319e" providerId="LiveId" clId="{C5D15607-3D89-4432-AEBA-7EDDE20FB0FE}" dt="2022-07-26T00:43:57.955" v="4751" actId="2696"/>
        <pc:sldMkLst>
          <pc:docMk/>
          <pc:sldMk cId="3614904855" sldId="693"/>
        </pc:sldMkLst>
        <pc:spChg chg="mod">
          <ac:chgData name="Naimish Vadodariya" userId="d2e325c0593a319e" providerId="LiveId" clId="{C5D15607-3D89-4432-AEBA-7EDDE20FB0FE}" dt="2022-07-26T00:41:13.869" v="4750" actId="20577"/>
          <ac:spMkLst>
            <pc:docMk/>
            <pc:sldMk cId="3614904855" sldId="693"/>
            <ac:spMk id="2" creationId="{00000000-0000-0000-0000-000000000000}"/>
          </ac:spMkLst>
        </pc:spChg>
      </pc:sldChg>
      <pc:sldChg chg="addSp delSp modSp add mod delAnim modAnim">
        <pc:chgData name="Naimish Vadodariya" userId="d2e325c0593a319e" providerId="LiveId" clId="{C5D15607-3D89-4432-AEBA-7EDDE20FB0FE}" dt="2022-08-02T13:59:18.083" v="5925" actId="207"/>
        <pc:sldMkLst>
          <pc:docMk/>
          <pc:sldMk cId="2407907209" sldId="694"/>
        </pc:sldMkLst>
        <pc:spChg chg="mod">
          <ac:chgData name="Naimish Vadodariya" userId="d2e325c0593a319e" providerId="LiveId" clId="{C5D15607-3D89-4432-AEBA-7EDDE20FB0FE}" dt="2022-08-02T13:59:18.083" v="5925" actId="207"/>
          <ac:spMkLst>
            <pc:docMk/>
            <pc:sldMk cId="2407907209" sldId="694"/>
            <ac:spMk id="2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8-02T13:03:50.651" v="5335" actId="123"/>
          <ac:spMkLst>
            <pc:docMk/>
            <pc:sldMk cId="2407907209" sldId="694"/>
            <ac:spMk id="3" creationId="{226A7A56-A308-0C78-209E-6C25E8B150CF}"/>
          </ac:spMkLst>
        </pc:spChg>
        <pc:spChg chg="mod">
          <ac:chgData name="Naimish Vadodariya" userId="d2e325c0593a319e" providerId="LiveId" clId="{C5D15607-3D89-4432-AEBA-7EDDE20FB0FE}" dt="2022-08-02T13:04:52.285" v="5339"/>
          <ac:spMkLst>
            <pc:docMk/>
            <pc:sldMk cId="2407907209" sldId="694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8-02T12:58:54.377" v="4906" actId="20577"/>
          <ac:spMkLst>
            <pc:docMk/>
            <pc:sldMk cId="2407907209" sldId="694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8-02T12:55:43.669" v="4846" actId="20577"/>
          <ac:spMkLst>
            <pc:docMk/>
            <pc:sldMk cId="2407907209" sldId="694"/>
            <ac:spMk id="17" creationId="{43DE4105-031D-D0DE-E4D9-777C2F947096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19" creationId="{3B791CFE-578E-D804-38AE-6681F5BF5247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20" creationId="{E088FFF4-84CB-9838-F391-8764634A3AE6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21" creationId="{84DDB2EF-9A43-6E16-1634-5F77F1F696E8}"/>
          </ac:spMkLst>
        </pc:spChg>
        <pc:spChg chg="add mod">
          <ac:chgData name="Naimish Vadodariya" userId="d2e325c0593a319e" providerId="LiveId" clId="{C5D15607-3D89-4432-AEBA-7EDDE20FB0FE}" dt="2022-08-02T13:03:55.050" v="5336" actId="123"/>
          <ac:spMkLst>
            <pc:docMk/>
            <pc:sldMk cId="2407907209" sldId="694"/>
            <ac:spMk id="22" creationId="{AA9D8139-E15C-C548-DEC3-D0BA78DF706E}"/>
          </ac:spMkLst>
        </pc:spChg>
        <pc:graphicFrameChg chg="modGraphic">
          <ac:chgData name="Naimish Vadodariya" userId="d2e325c0593a319e" providerId="LiveId" clId="{C5D15607-3D89-4432-AEBA-7EDDE20FB0FE}" dt="2022-08-02T12:59:03.490" v="4911" actId="114"/>
          <ac:graphicFrameMkLst>
            <pc:docMk/>
            <pc:sldMk cId="2407907209" sldId="694"/>
            <ac:graphicFrameMk id="4" creationId="{2486BC6F-42B7-4A1D-889E-1B1818D1D5FB}"/>
          </ac:graphicFrameMkLst>
        </pc:graphicFrameChg>
        <pc:graphicFrameChg chg="del">
          <ac:chgData name="Naimish Vadodariya" userId="d2e325c0593a319e" providerId="LiveId" clId="{C5D15607-3D89-4432-AEBA-7EDDE20FB0FE}" dt="2022-08-02T12:55:36.489" v="4841" actId="478"/>
          <ac:graphicFrameMkLst>
            <pc:docMk/>
            <pc:sldMk cId="2407907209" sldId="694"/>
            <ac:graphicFrameMk id="14" creationId="{CD4CB208-6586-AAD4-1436-DDA0A3C682F0}"/>
          </ac:graphicFrameMkLst>
        </pc:graphicFrameChg>
        <pc:cxnChg chg="del">
          <ac:chgData name="Naimish Vadodariya" userId="d2e325c0593a319e" providerId="LiveId" clId="{C5D15607-3D89-4432-AEBA-7EDDE20FB0FE}" dt="2022-08-02T12:55:38.286" v="4843" actId="478"/>
          <ac:cxnSpMkLst>
            <pc:docMk/>
            <pc:sldMk cId="2407907209" sldId="694"/>
            <ac:cxnSpMk id="13" creationId="{DD2346FC-414E-CC60-75EE-61A0300100B9}"/>
          </ac:cxnSpMkLst>
        </pc:cxnChg>
        <pc:cxnChg chg="del">
          <ac:chgData name="Naimish Vadodariya" userId="d2e325c0593a319e" providerId="LiveId" clId="{C5D15607-3D89-4432-AEBA-7EDDE20FB0FE}" dt="2022-08-02T12:55:37.473" v="4842" actId="478"/>
          <ac:cxnSpMkLst>
            <pc:docMk/>
            <pc:sldMk cId="2407907209" sldId="694"/>
            <ac:cxnSpMk id="18" creationId="{772E376C-53DA-0001-04C6-ED1A78FF55BD}"/>
          </ac:cxnSpMkLst>
        </pc:cxnChg>
      </pc:sldChg>
      <pc:sldChg chg="addSp delSp modSp add mod ord delAnim modAnim">
        <pc:chgData name="Naimish Vadodariya" userId="d2e325c0593a319e" providerId="LiveId" clId="{C5D15607-3D89-4432-AEBA-7EDDE20FB0FE}" dt="2022-08-02T13:24:52.157" v="5638"/>
        <pc:sldMkLst>
          <pc:docMk/>
          <pc:sldMk cId="3216824235" sldId="695"/>
        </pc:sldMkLst>
        <pc:spChg chg="mod">
          <ac:chgData name="Naimish Vadodariya" userId="d2e325c0593a319e" providerId="LiveId" clId="{C5D15607-3D89-4432-AEBA-7EDDE20FB0FE}" dt="2022-08-02T13:13:12.331" v="5487" actId="20577"/>
          <ac:spMkLst>
            <pc:docMk/>
            <pc:sldMk cId="3216824235" sldId="695"/>
            <ac:spMk id="2" creationId="{1D522477-C5E6-4247-4C70-D60E0DE0B15B}"/>
          </ac:spMkLst>
        </pc:spChg>
        <pc:spChg chg="del topLvl">
          <ac:chgData name="Naimish Vadodariya" userId="d2e325c0593a319e" providerId="LiveId" clId="{C5D15607-3D89-4432-AEBA-7EDDE20FB0FE}" dt="2022-08-02T13:12:45.628" v="5485" actId="478"/>
          <ac:spMkLst>
            <pc:docMk/>
            <pc:sldMk cId="3216824235" sldId="695"/>
            <ac:spMk id="7" creationId="{C96FEA9C-1534-7353-A8FE-09F22C92D913}"/>
          </ac:spMkLst>
        </pc:spChg>
        <pc:spChg chg="del mod topLvl">
          <ac:chgData name="Naimish Vadodariya" userId="d2e325c0593a319e" providerId="LiveId" clId="{C5D15607-3D89-4432-AEBA-7EDDE20FB0FE}" dt="2022-08-02T13:12:35.544" v="5478" actId="478"/>
          <ac:spMkLst>
            <pc:docMk/>
            <pc:sldMk cId="3216824235" sldId="695"/>
            <ac:spMk id="8" creationId="{A0702EEF-F482-45A6-1F21-AE23F22E1A1D}"/>
          </ac:spMkLst>
        </pc:spChg>
        <pc:spChg chg="add mod">
          <ac:chgData name="Naimish Vadodariya" userId="d2e325c0593a319e" providerId="LiveId" clId="{C5D15607-3D89-4432-AEBA-7EDDE20FB0FE}" dt="2022-08-02T13:23:55.413" v="5634" actId="20577"/>
          <ac:spMkLst>
            <pc:docMk/>
            <pc:sldMk cId="3216824235" sldId="695"/>
            <ac:spMk id="9" creationId="{E7BF5C15-3998-5926-AE2E-58B9F589E718}"/>
          </ac:spMkLst>
        </pc:spChg>
        <pc:spChg chg="add mod">
          <ac:chgData name="Naimish Vadodariya" userId="d2e325c0593a319e" providerId="LiveId" clId="{C5D15607-3D89-4432-AEBA-7EDDE20FB0FE}" dt="2022-08-02T13:22:31.017" v="5629" actId="113"/>
          <ac:spMkLst>
            <pc:docMk/>
            <pc:sldMk cId="3216824235" sldId="695"/>
            <ac:spMk id="10" creationId="{98EB4C7C-634D-29F0-D416-2D5BBCAD3F0B}"/>
          </ac:spMkLst>
        </pc:spChg>
        <pc:spChg chg="add mod">
          <ac:chgData name="Naimish Vadodariya" userId="d2e325c0593a319e" providerId="LiveId" clId="{C5D15607-3D89-4432-AEBA-7EDDE20FB0FE}" dt="2022-08-02T13:22:33.820" v="5630" actId="113"/>
          <ac:spMkLst>
            <pc:docMk/>
            <pc:sldMk cId="3216824235" sldId="695"/>
            <ac:spMk id="11" creationId="{67D68336-E7BD-60E7-85CF-6C01759CCA82}"/>
          </ac:spMkLst>
        </pc:spChg>
        <pc:spChg chg="add mod">
          <ac:chgData name="Naimish Vadodariya" userId="d2e325c0593a319e" providerId="LiveId" clId="{C5D15607-3D89-4432-AEBA-7EDDE20FB0FE}" dt="2022-08-02T13:22:37.200" v="5631" actId="113"/>
          <ac:spMkLst>
            <pc:docMk/>
            <pc:sldMk cId="3216824235" sldId="695"/>
            <ac:spMk id="12" creationId="{C1D672BA-4446-0F02-1505-6E22239EE1E4}"/>
          </ac:spMkLst>
        </pc:spChg>
        <pc:grpChg chg="del mod">
          <ac:chgData name="Naimish Vadodariya" userId="d2e325c0593a319e" providerId="LiveId" clId="{C5D15607-3D89-4432-AEBA-7EDDE20FB0FE}" dt="2022-08-02T13:12:35.544" v="5478" actId="478"/>
          <ac:grpSpMkLst>
            <pc:docMk/>
            <pc:sldMk cId="3216824235" sldId="695"/>
            <ac:grpSpMk id="6" creationId="{32CFF17C-2F7C-1CB3-F439-E587C6FEAB8F}"/>
          </ac:grpSpMkLst>
        </pc:grpChg>
        <pc:graphicFrameChg chg="del">
          <ac:chgData name="Naimish Vadodariya" userId="d2e325c0593a319e" providerId="LiveId" clId="{C5D15607-3D89-4432-AEBA-7EDDE20FB0FE}" dt="2022-08-02T13:11:35.724" v="5472" actId="478"/>
          <ac:graphicFrameMkLst>
            <pc:docMk/>
            <pc:sldMk cId="3216824235" sldId="695"/>
            <ac:graphicFrameMk id="4" creationId="{9DD5ED74-CCEB-0B3E-B2AC-3DDC63428BBA}"/>
          </ac:graphicFrameMkLst>
        </pc:graphicFrameChg>
        <pc:graphicFrameChg chg="del">
          <ac:chgData name="Naimish Vadodariya" userId="d2e325c0593a319e" providerId="LiveId" clId="{C5D15607-3D89-4432-AEBA-7EDDE20FB0FE}" dt="2022-08-02T13:11:37.990" v="5473" actId="478"/>
          <ac:graphicFrameMkLst>
            <pc:docMk/>
            <pc:sldMk cId="3216824235" sldId="695"/>
            <ac:graphicFrameMk id="5" creationId="{82E8ADC2-DF14-359D-B349-5D0DCAD02B6F}"/>
          </ac:graphicFrameMkLst>
        </pc:graphicFrameChg>
      </pc:sldChg>
      <pc:sldChg chg="addSp delSp modSp add mod ord delAnim modAnim">
        <pc:chgData name="Naimish Vadodariya" userId="d2e325c0593a319e" providerId="LiveId" clId="{C5D15607-3D89-4432-AEBA-7EDDE20FB0FE}" dt="2022-08-02T13:59:28.952" v="5927" actId="207"/>
        <pc:sldMkLst>
          <pc:docMk/>
          <pc:sldMk cId="4131958776" sldId="696"/>
        </pc:sldMkLst>
        <pc:spChg chg="mod">
          <ac:chgData name="Naimish Vadodariya" userId="d2e325c0593a319e" providerId="LiveId" clId="{C5D15607-3D89-4432-AEBA-7EDDE20FB0FE}" dt="2022-08-02T13:59:28.952" v="5927" actId="207"/>
          <ac:spMkLst>
            <pc:docMk/>
            <pc:sldMk cId="4131958776" sldId="696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8-02T13:31:12.105" v="5701" actId="113"/>
          <ac:spMkLst>
            <pc:docMk/>
            <pc:sldMk cId="4131958776" sldId="696"/>
            <ac:spMk id="3" creationId="{139A428D-8F15-4206-B337-FA27C005FA71}"/>
          </ac:spMkLst>
        </pc:spChg>
        <pc:spChg chg="mod">
          <ac:chgData name="Naimish Vadodariya" userId="d2e325c0593a319e" providerId="LiveId" clId="{C5D15607-3D89-4432-AEBA-7EDDE20FB0FE}" dt="2022-08-02T13:37:07.067" v="5771" actId="20577"/>
          <ac:spMkLst>
            <pc:docMk/>
            <pc:sldMk cId="4131958776" sldId="696"/>
            <ac:spMk id="4" creationId="{CCC04B9A-372A-EC90-3C6F-D0D5053FC9E8}"/>
          </ac:spMkLst>
        </pc:spChg>
        <pc:spChg chg="mod">
          <ac:chgData name="Naimish Vadodariya" userId="d2e325c0593a319e" providerId="LiveId" clId="{C5D15607-3D89-4432-AEBA-7EDDE20FB0FE}" dt="2022-08-02T13:36:07.247" v="5760" actId="20577"/>
          <ac:spMkLst>
            <pc:docMk/>
            <pc:sldMk cId="4131958776" sldId="696"/>
            <ac:spMk id="5" creationId="{CE0FA9D8-CF4E-09C5-DF26-91A1787E70BF}"/>
          </ac:spMkLst>
        </pc:spChg>
        <pc:spChg chg="mod">
          <ac:chgData name="Naimish Vadodariya" userId="d2e325c0593a319e" providerId="LiveId" clId="{C5D15607-3D89-4432-AEBA-7EDDE20FB0FE}" dt="2022-08-02T13:32:36.776" v="5742" actId="14100"/>
          <ac:spMkLst>
            <pc:docMk/>
            <pc:sldMk cId="4131958776" sldId="696"/>
            <ac:spMk id="6" creationId="{353A77F3-764F-7414-ADFD-5B1C93E8B16C}"/>
          </ac:spMkLst>
        </pc:spChg>
        <pc:spChg chg="del">
          <ac:chgData name="Naimish Vadodariya" userId="d2e325c0593a319e" providerId="LiveId" clId="{C5D15607-3D89-4432-AEBA-7EDDE20FB0FE}" dt="2022-08-02T13:32:06.532" v="5721" actId="478"/>
          <ac:spMkLst>
            <pc:docMk/>
            <pc:sldMk cId="4131958776" sldId="696"/>
            <ac:spMk id="7" creationId="{2890E29D-2083-62D6-3DB7-6088BB5FA4B3}"/>
          </ac:spMkLst>
        </pc:spChg>
        <pc:spChg chg="del">
          <ac:chgData name="Naimish Vadodariya" userId="d2e325c0593a319e" providerId="LiveId" clId="{C5D15607-3D89-4432-AEBA-7EDDE20FB0FE}" dt="2022-08-02T13:32:08.518" v="5722" actId="478"/>
          <ac:spMkLst>
            <pc:docMk/>
            <pc:sldMk cId="4131958776" sldId="696"/>
            <ac:spMk id="8" creationId="{4FC96081-BE46-4D73-6C6E-20B12FCB9D84}"/>
          </ac:spMkLst>
        </pc:spChg>
        <pc:spChg chg="del mod">
          <ac:chgData name="Naimish Vadodariya" userId="d2e325c0593a319e" providerId="LiveId" clId="{C5D15607-3D89-4432-AEBA-7EDDE20FB0FE}" dt="2022-08-02T13:32:04.530" v="5720" actId="478"/>
          <ac:spMkLst>
            <pc:docMk/>
            <pc:sldMk cId="4131958776" sldId="696"/>
            <ac:spMk id="9" creationId="{9EF3D285-9AF2-E4F2-E778-8A63B9856DB3}"/>
          </ac:spMkLst>
        </pc:spChg>
        <pc:graphicFrameChg chg="add mod">
          <ac:chgData name="Naimish Vadodariya" userId="d2e325c0593a319e" providerId="LiveId" clId="{C5D15607-3D89-4432-AEBA-7EDDE20FB0FE}" dt="2022-08-02T13:33:06.601" v="5751" actId="1076"/>
          <ac:graphicFrameMkLst>
            <pc:docMk/>
            <pc:sldMk cId="4131958776" sldId="696"/>
            <ac:graphicFrameMk id="10" creationId="{D0EAD167-1369-D27E-B305-A431475AF504}"/>
          </ac:graphicFrameMkLst>
        </pc:graphicFrameChg>
        <pc:graphicFrameChg chg="add mod">
          <ac:chgData name="Naimish Vadodariya" userId="d2e325c0593a319e" providerId="LiveId" clId="{C5D15607-3D89-4432-AEBA-7EDDE20FB0FE}" dt="2022-08-02T13:33:06.601" v="5751" actId="1076"/>
          <ac:graphicFrameMkLst>
            <pc:docMk/>
            <pc:sldMk cId="4131958776" sldId="696"/>
            <ac:graphicFrameMk id="11" creationId="{D62668B2-FB14-89BE-7F56-3D6477713325}"/>
          </ac:graphicFrameMkLst>
        </pc:graphicFrameChg>
      </pc:sldChg>
      <pc:sldMasterChg chg="modSldLayout">
        <pc:chgData name="Naimish Vadodariya" userId="d2e325c0593a319e" providerId="LiveId" clId="{C5D15607-3D89-4432-AEBA-7EDDE20FB0FE}" dt="2022-08-02T14:05:33.271" v="5943" actId="208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C5D15607-3D89-4432-AEBA-7EDDE20FB0FE}" dt="2022-08-02T14:05:33.271" v="5943" actId="208"/>
          <pc:sldLayoutMkLst>
            <pc:docMk/>
            <pc:sldMasterMk cId="791954662" sldId="2147483648"/>
            <pc:sldLayoutMk cId="1475118703" sldId="2147483692"/>
          </pc:sldLayoutMkLst>
          <pc:spChg chg="mod">
            <ac:chgData name="Naimish Vadodariya" userId="d2e325c0593a319e" providerId="LiveId" clId="{C5D15607-3D89-4432-AEBA-7EDDE20FB0FE}" dt="2022-08-02T14:05:15.977" v="5939" actId="207"/>
            <ac:spMkLst>
              <pc:docMk/>
              <pc:sldMasterMk cId="791954662" sldId="2147483648"/>
              <pc:sldLayoutMk cId="1475118703" sldId="2147483692"/>
              <ac:spMk id="22" creationId="{EB889181-F145-4E62-A282-E5B77978D1F3}"/>
            </ac:spMkLst>
          </pc:spChg>
          <pc:spChg chg="mod">
            <ac:chgData name="Naimish Vadodariya" userId="d2e325c0593a319e" providerId="LiveId" clId="{C5D15607-3D89-4432-AEBA-7EDDE20FB0FE}" dt="2022-08-02T14:05:19.414" v="5940" actId="207"/>
            <ac:spMkLst>
              <pc:docMk/>
              <pc:sldMasterMk cId="791954662" sldId="2147483648"/>
              <pc:sldLayoutMk cId="1475118703" sldId="2147483692"/>
              <ac:spMk id="23" creationId="{5E9DA42E-B221-4BBE-B651-F7171591BCD7}"/>
            </ac:spMkLst>
          </pc:spChg>
          <pc:spChg chg="mod">
            <ac:chgData name="Naimish Vadodariya" userId="d2e325c0593a319e" providerId="LiveId" clId="{C5D15607-3D89-4432-AEBA-7EDDE20FB0FE}" dt="2022-08-02T14:05:33.271" v="5943" actId="208"/>
            <ac:spMkLst>
              <pc:docMk/>
              <pc:sldMasterMk cId="791954662" sldId="2147483648"/>
              <pc:sldLayoutMk cId="1475118703" sldId="2147483692"/>
              <ac:spMk id="38" creationId="{00000000-0000-0000-0000-000000000000}"/>
            </ac:spMkLst>
          </pc:spChg>
          <pc:spChg chg="mod">
            <ac:chgData name="Naimish Vadodariya" userId="d2e325c0593a319e" providerId="LiveId" clId="{C5D15607-3D89-4432-AEBA-7EDDE20FB0FE}" dt="2022-08-02T14:05:08.946" v="5938" actId="207"/>
            <ac:spMkLst>
              <pc:docMk/>
              <pc:sldMasterMk cId="791954662" sldId="2147483648"/>
              <pc:sldLayoutMk cId="1475118703" sldId="2147483692"/>
              <ac:spMk id="41" creationId="{00000000-0000-0000-0000-000000000000}"/>
            </ac:spMkLst>
          </pc:spChg>
          <pc:spChg chg="mod">
            <ac:chgData name="Naimish Vadodariya" userId="d2e325c0593a319e" providerId="LiveId" clId="{C5D15607-3D89-4432-AEBA-7EDDE20FB0FE}" dt="2022-08-02T14:05:08.946" v="5938" actId="207"/>
            <ac:spMkLst>
              <pc:docMk/>
              <pc:sldMasterMk cId="791954662" sldId="2147483648"/>
              <pc:sldLayoutMk cId="1475118703" sldId="2147483692"/>
              <ac:spMk id="42" creationId="{00000000-0000-0000-0000-000000000000}"/>
            </ac:spMkLst>
          </pc:spChg>
        </pc:sldLayoutChg>
      </pc:sldMasterChg>
    </pc:docChg>
  </pc:docChgLst>
  <pc:docChgLst>
    <pc:chgData name="Naimish Vadodariya" userId="d2e325c0593a319e" providerId="LiveId" clId="{80D3DD34-0633-4CF3-9F17-1AAA4BF0DB11}"/>
    <pc:docChg chg="modSld">
      <pc:chgData name="Naimish Vadodariya" userId="d2e325c0593a319e" providerId="LiveId" clId="{80D3DD34-0633-4CF3-9F17-1AAA4BF0DB11}" dt="2022-09-15T06:36:12.020" v="10" actId="20577"/>
      <pc:docMkLst>
        <pc:docMk/>
      </pc:docMkLst>
      <pc:sldChg chg="modSp mod">
        <pc:chgData name="Naimish Vadodariya" userId="d2e325c0593a319e" providerId="LiveId" clId="{80D3DD34-0633-4CF3-9F17-1AAA4BF0DB11}" dt="2022-09-15T06:36:12.020" v="10" actId="20577"/>
        <pc:sldMkLst>
          <pc:docMk/>
          <pc:sldMk cId="2721305422" sldId="337"/>
        </pc:sldMkLst>
        <pc:graphicFrameChg chg="modGraphic">
          <ac:chgData name="Naimish Vadodariya" userId="d2e325c0593a319e" providerId="LiveId" clId="{80D3DD34-0633-4CF3-9F17-1AAA4BF0DB11}" dt="2022-09-15T06:36:12.020" v="10" actId="20577"/>
          <ac:graphicFrameMkLst>
            <pc:docMk/>
            <pc:sldMk cId="2721305422" sldId="337"/>
            <ac:graphicFrameMk id="42" creationId="{26B864CA-85CD-4666-B9D1-870ED08B272C}"/>
          </ac:graphicFrameMkLst>
        </pc:graphicFrameChg>
      </pc:sldChg>
    </pc:docChg>
  </pc:docChgLst>
  <pc:docChgLst>
    <pc:chgData name="Naimish Vadodariya" userId="d2e325c0593a319e" providerId="LiveId" clId="{4720A315-5A2E-4271-BFB1-BB9042A829E5}"/>
    <pc:docChg chg="undo redo custSel addSld delSld modSld sldOrd">
      <pc:chgData name="Naimish Vadodariya" userId="d2e325c0593a319e" providerId="LiveId" clId="{4720A315-5A2E-4271-BFB1-BB9042A829E5}" dt="2022-07-10T03:57:09.696" v="677" actId="20577"/>
      <pc:docMkLst>
        <pc:docMk/>
      </pc:docMkLst>
      <pc:sldChg chg="addSp delSp modSp mod addAnim delAnim">
        <pc:chgData name="Naimish Vadodariya" userId="d2e325c0593a319e" providerId="LiveId" clId="{4720A315-5A2E-4271-BFB1-BB9042A829E5}" dt="2022-07-08T16:31:11.035" v="586" actId="14100"/>
        <pc:sldMkLst>
          <pc:docMk/>
          <pc:sldMk cId="1915482141" sldId="289"/>
        </pc:sldMkLst>
        <pc:spChg chg="mod topLvl">
          <ac:chgData name="Naimish Vadodariya" userId="d2e325c0593a319e" providerId="LiveId" clId="{4720A315-5A2E-4271-BFB1-BB9042A829E5}" dt="2022-07-08T16:30:49.836" v="571" actId="478"/>
          <ac:spMkLst>
            <pc:docMk/>
            <pc:sldMk cId="1915482141" sldId="289"/>
            <ac:spMk id="4" creationId="{E9A4A388-3701-E936-5D61-943EDF699402}"/>
          </ac:spMkLst>
        </pc:spChg>
        <pc:spChg chg="add del mod topLvl">
          <ac:chgData name="Naimish Vadodariya" userId="d2e325c0593a319e" providerId="LiveId" clId="{4720A315-5A2E-4271-BFB1-BB9042A829E5}" dt="2022-07-08T16:31:11.035" v="586" actId="14100"/>
          <ac:spMkLst>
            <pc:docMk/>
            <pc:sldMk cId="1915482141" sldId="289"/>
            <ac:spMk id="5" creationId="{1A3C4AD4-AE2C-BB37-D8F4-E2CF8B009D71}"/>
          </ac:spMkLst>
        </pc:spChg>
        <pc:spChg chg="add del mod">
          <ac:chgData name="Naimish Vadodariya" userId="d2e325c0593a319e" providerId="LiveId" clId="{4720A315-5A2E-4271-BFB1-BB9042A829E5}" dt="2022-07-08T16:30:54.179" v="572" actId="478"/>
          <ac:spMkLst>
            <pc:docMk/>
            <pc:sldMk cId="1915482141" sldId="289"/>
            <ac:spMk id="6" creationId="{2E021695-34EC-5D16-AFE9-7C77205942CF}"/>
          </ac:spMkLst>
        </pc:spChg>
        <pc:grpChg chg="add del">
          <ac:chgData name="Naimish Vadodariya" userId="d2e325c0593a319e" providerId="LiveId" clId="{4720A315-5A2E-4271-BFB1-BB9042A829E5}" dt="2022-07-08T16:30:49.836" v="571" actId="478"/>
          <ac:grpSpMkLst>
            <pc:docMk/>
            <pc:sldMk cId="1915482141" sldId="289"/>
            <ac:grpSpMk id="3" creationId="{B814C6DB-F447-EDE6-462B-FA2DE34F8D8C}"/>
          </ac:grpSpMkLst>
        </pc:grpChg>
      </pc:sldChg>
      <pc:sldChg chg="addSp modSp mod modAnim">
        <pc:chgData name="Naimish Vadodariya" userId="d2e325c0593a319e" providerId="LiveId" clId="{4720A315-5A2E-4271-BFB1-BB9042A829E5}" dt="2022-07-10T03:57:09.696" v="677" actId="20577"/>
        <pc:sldMkLst>
          <pc:docMk/>
          <pc:sldMk cId="2554711902" sldId="291"/>
        </pc:sldMkLst>
        <pc:spChg chg="mod">
          <ac:chgData name="Naimish Vadodariya" userId="d2e325c0593a319e" providerId="LiveId" clId="{4720A315-5A2E-4271-BFB1-BB9042A829E5}" dt="2022-07-08T16:15:43.878" v="352" actId="20577"/>
          <ac:spMkLst>
            <pc:docMk/>
            <pc:sldMk cId="2554711902" sldId="291"/>
            <ac:spMk id="2" creationId="{095EF1AA-B384-4B3C-AA64-26D31B983DC1}"/>
          </ac:spMkLst>
        </pc:spChg>
        <pc:spChg chg="add mod">
          <ac:chgData name="Naimish Vadodariya" userId="d2e325c0593a319e" providerId="LiveId" clId="{4720A315-5A2E-4271-BFB1-BB9042A829E5}" dt="2022-07-08T16:36:09.671" v="674" actId="1582"/>
          <ac:spMkLst>
            <pc:docMk/>
            <pc:sldMk cId="2554711902" sldId="291"/>
            <ac:spMk id="3" creationId="{C1A1189A-7AFE-CCC8-8A9C-0C401FF3B55B}"/>
          </ac:spMkLst>
        </pc:spChg>
        <pc:spChg chg="add mod">
          <ac:chgData name="Naimish Vadodariya" userId="d2e325c0593a319e" providerId="LiveId" clId="{4720A315-5A2E-4271-BFB1-BB9042A829E5}" dt="2022-07-08T16:16:26.732" v="356" actId="1582"/>
          <ac:spMkLst>
            <pc:docMk/>
            <pc:sldMk cId="2554711902" sldId="291"/>
            <ac:spMk id="4" creationId="{0A8696B3-C7C3-43DD-0940-820E303B2436}"/>
          </ac:spMkLst>
        </pc:spChg>
        <pc:spChg chg="mod">
          <ac:chgData name="Naimish Vadodariya" userId="d2e325c0593a319e" providerId="LiveId" clId="{4720A315-5A2E-4271-BFB1-BB9042A829E5}" dt="2022-07-10T03:57:09.696" v="677" actId="20577"/>
          <ac:spMkLst>
            <pc:docMk/>
            <pc:sldMk cId="2554711902" sldId="291"/>
            <ac:spMk id="5" creationId="{C4A6F3DF-2EB8-43CF-3795-79063F5A0067}"/>
          </ac:spMkLst>
        </pc:spChg>
        <pc:spChg chg="mod">
          <ac:chgData name="Naimish Vadodariya" userId="d2e325c0593a319e" providerId="LiveId" clId="{4720A315-5A2E-4271-BFB1-BB9042A829E5}" dt="2022-07-08T16:20:35.779" v="375" actId="14100"/>
          <ac:spMkLst>
            <pc:docMk/>
            <pc:sldMk cId="2554711902" sldId="291"/>
            <ac:spMk id="7" creationId="{72A86601-7B9C-F9F6-5604-2455DAE19E61}"/>
          </ac:spMkLst>
        </pc:spChg>
      </pc:sldChg>
      <pc:sldChg chg="modSp">
        <pc:chgData name="Naimish Vadodariya" userId="d2e325c0593a319e" providerId="LiveId" clId="{4720A315-5A2E-4271-BFB1-BB9042A829E5}" dt="2022-07-08T16:31:33.453" v="587" actId="6549"/>
        <pc:sldMkLst>
          <pc:docMk/>
          <pc:sldMk cId="4216305698" sldId="292"/>
        </pc:sldMkLst>
        <pc:spChg chg="mod">
          <ac:chgData name="Naimish Vadodariya" userId="d2e325c0593a319e" providerId="LiveId" clId="{4720A315-5A2E-4271-BFB1-BB9042A829E5}" dt="2022-07-08T16:31:33.453" v="587" actId="6549"/>
          <ac:spMkLst>
            <pc:docMk/>
            <pc:sldMk cId="4216305698" sldId="292"/>
            <ac:spMk id="9" creationId="{BDA2F9A4-6988-4274-8384-12496EC9D59D}"/>
          </ac:spMkLst>
        </pc:spChg>
      </pc:sldChg>
      <pc:sldChg chg="modSp mod">
        <pc:chgData name="Naimish Vadodariya" userId="d2e325c0593a319e" providerId="LiveId" clId="{4720A315-5A2E-4271-BFB1-BB9042A829E5}" dt="2022-07-08T16:35:34.882" v="673" actId="20577"/>
        <pc:sldMkLst>
          <pc:docMk/>
          <pc:sldMk cId="1234560127" sldId="325"/>
        </pc:sldMkLst>
        <pc:spChg chg="mod">
          <ac:chgData name="Naimish Vadodariya" userId="d2e325c0593a319e" providerId="LiveId" clId="{4720A315-5A2E-4271-BFB1-BB9042A829E5}" dt="2022-07-08T16:35:34.882" v="673" actId="20577"/>
          <ac:spMkLst>
            <pc:docMk/>
            <pc:sldMk cId="1234560127" sldId="325"/>
            <ac:spMk id="2" creationId="{E1F2D5F8-87CB-4B5B-8EC7-5F4CE6485746}"/>
          </ac:spMkLst>
        </pc:spChg>
      </pc:sldChg>
      <pc:sldChg chg="modSp mod ord modAnim">
        <pc:chgData name="Naimish Vadodariya" userId="d2e325c0593a319e" providerId="LiveId" clId="{4720A315-5A2E-4271-BFB1-BB9042A829E5}" dt="2022-07-08T16:33:13.373" v="599" actId="113"/>
        <pc:sldMkLst>
          <pc:docMk/>
          <pc:sldMk cId="207174456" sldId="326"/>
        </pc:sldMkLst>
        <pc:spChg chg="mod">
          <ac:chgData name="Naimish Vadodariya" userId="d2e325c0593a319e" providerId="LiveId" clId="{4720A315-5A2E-4271-BFB1-BB9042A829E5}" dt="2022-07-08T16:33:13.373" v="599" actId="113"/>
          <ac:spMkLst>
            <pc:docMk/>
            <pc:sldMk cId="207174456" sldId="326"/>
            <ac:spMk id="3" creationId="{139A428D-8F15-4206-B337-FA27C005FA71}"/>
          </ac:spMkLst>
        </pc:spChg>
      </pc:sldChg>
      <pc:sldChg chg="modSp add mod">
        <pc:chgData name="Naimish Vadodariya" userId="d2e325c0593a319e" providerId="LiveId" clId="{4720A315-5A2E-4271-BFB1-BB9042A829E5}" dt="2022-07-08T02:29:46.351" v="19" actId="20577"/>
        <pc:sldMkLst>
          <pc:docMk/>
          <pc:sldMk cId="200374224" sldId="327"/>
        </pc:sldMkLst>
        <pc:spChg chg="mod">
          <ac:chgData name="Naimish Vadodariya" userId="d2e325c0593a319e" providerId="LiveId" clId="{4720A315-5A2E-4271-BFB1-BB9042A829E5}" dt="2022-07-08T02:29:46.351" v="19" actId="20577"/>
          <ac:spMkLst>
            <pc:docMk/>
            <pc:sldMk cId="200374224" sldId="327"/>
            <ac:spMk id="2" creationId="{54D792E8-8838-4744-A7DD-92B0ED18307B}"/>
          </ac:spMkLst>
        </pc:spChg>
        <pc:spChg chg="mod">
          <ac:chgData name="Naimish Vadodariya" userId="d2e325c0593a319e" providerId="LiveId" clId="{4720A315-5A2E-4271-BFB1-BB9042A829E5}" dt="2022-07-08T02:29:40.730" v="2" actId="20577"/>
          <ac:spMkLst>
            <pc:docMk/>
            <pc:sldMk cId="200374224" sldId="327"/>
            <ac:spMk id="3" creationId="{6C915463-E8EE-4502-8261-E337007EFAAF}"/>
          </ac:spMkLst>
        </pc:spChg>
      </pc:sldChg>
      <pc:sldChg chg="modSp add mod">
        <pc:chgData name="Naimish Vadodariya" userId="d2e325c0593a319e" providerId="LiveId" clId="{4720A315-5A2E-4271-BFB1-BB9042A829E5}" dt="2022-07-08T02:30:01.980" v="45" actId="20577"/>
        <pc:sldMkLst>
          <pc:docMk/>
          <pc:sldMk cId="700880048" sldId="328"/>
        </pc:sldMkLst>
        <pc:spChg chg="mod">
          <ac:chgData name="Naimish Vadodariya" userId="d2e325c0593a319e" providerId="LiveId" clId="{4720A315-5A2E-4271-BFB1-BB9042A829E5}" dt="2022-07-08T02:30:01.980" v="45" actId="20577"/>
          <ac:spMkLst>
            <pc:docMk/>
            <pc:sldMk cId="700880048" sldId="328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2:29.970" v="118" actId="20577"/>
        <pc:sldMkLst>
          <pc:docMk/>
          <pc:sldMk cId="2908367801" sldId="329"/>
        </pc:sldMkLst>
        <pc:spChg chg="mod">
          <ac:chgData name="Naimish Vadodariya" userId="d2e325c0593a319e" providerId="LiveId" clId="{4720A315-5A2E-4271-BFB1-BB9042A829E5}" dt="2022-07-08T02:32:29.970" v="118" actId="20577"/>
          <ac:spMkLst>
            <pc:docMk/>
            <pc:sldMk cId="2908367801" sldId="329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0:35.970" v="114" actId="20577"/>
        <pc:sldMkLst>
          <pc:docMk/>
          <pc:sldMk cId="2459902967" sldId="330"/>
        </pc:sldMkLst>
        <pc:spChg chg="mod">
          <ac:chgData name="Naimish Vadodariya" userId="d2e325c0593a319e" providerId="LiveId" clId="{4720A315-5A2E-4271-BFB1-BB9042A829E5}" dt="2022-07-08T02:30:35.970" v="114" actId="20577"/>
          <ac:spMkLst>
            <pc:docMk/>
            <pc:sldMk cId="2459902967" sldId="330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3:02.331" v="190" actId="20577"/>
        <pc:sldMkLst>
          <pc:docMk/>
          <pc:sldMk cId="3640156525" sldId="331"/>
        </pc:sldMkLst>
        <pc:spChg chg="mod">
          <ac:chgData name="Naimish Vadodariya" userId="d2e325c0593a319e" providerId="LiveId" clId="{4720A315-5A2E-4271-BFB1-BB9042A829E5}" dt="2022-07-08T02:33:02.331" v="190" actId="20577"/>
          <ac:spMkLst>
            <pc:docMk/>
            <pc:sldMk cId="3640156525" sldId="331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3:15" v="201" actId="20577"/>
        <pc:sldMkLst>
          <pc:docMk/>
          <pc:sldMk cId="1849273504" sldId="332"/>
        </pc:sldMkLst>
        <pc:spChg chg="mod">
          <ac:chgData name="Naimish Vadodariya" userId="d2e325c0593a319e" providerId="LiveId" clId="{4720A315-5A2E-4271-BFB1-BB9042A829E5}" dt="2022-07-08T02:33:15" v="201" actId="20577"/>
          <ac:spMkLst>
            <pc:docMk/>
            <pc:sldMk cId="1849273504" sldId="332"/>
            <ac:spMk id="2" creationId="{E1F2D5F8-87CB-4B5B-8EC7-5F4CE6485746}"/>
          </ac:spMkLst>
        </pc:spChg>
      </pc:sldChg>
      <pc:sldChg chg="add del">
        <pc:chgData name="Naimish Vadodariya" userId="d2e325c0593a319e" providerId="LiveId" clId="{4720A315-5A2E-4271-BFB1-BB9042A829E5}" dt="2022-07-08T16:35:21.650" v="667" actId="2696"/>
        <pc:sldMkLst>
          <pc:docMk/>
          <pc:sldMk cId="1647061508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Functions, Stored Procedures &amp; Cursor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Functions, Stored Procedures &amp; Cursor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45141CA-3257-6BFB-BB04-3762FEDA1C9B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Functions, Stored Procedures &amp; Cursor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B458A6-BA3D-1695-F4B0-6ACF702C566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Functions, Stored Procedures &amp; Cursor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9FED5C-F4D5-E957-DC81-3C6139158BA8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Functions, Stored Procedures &amp; Cursor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sz="6000" dirty="0"/>
              <a:t>Functions, </a:t>
            </a:r>
            <a:br>
              <a:rPr lang="en-US" sz="6000" dirty="0"/>
            </a:br>
            <a:r>
              <a:rPr lang="en-US" sz="6000" dirty="0"/>
              <a:t>Stored Procedures and Cursor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dixita.kagathara@darshan.ac.in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+91 - 97277 47317 (CSE Department)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Dixita B. Kagathara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Database Management System - II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4226727-DEF6-C35E-84BE-51A239BC5F1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429000"/>
            <a:ext cx="0" cy="3429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7111293" cy="4732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Functions and its types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User Defined Functions (UDF)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Stored Procedures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Formal and Actual Parameters in SP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IN, OUT and  INOUT parameters in Procedures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Procedures v/s Functions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Cursor Types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Cursor Attributes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Applications of Cursors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3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5096933" y="0"/>
            <a:ext cx="7095067" cy="6588000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/>
              <a:t>What is Function?</a:t>
            </a:r>
          </a:p>
          <a:p>
            <a:pPr algn="l">
              <a:lnSpc>
                <a:spcPct val="120000"/>
              </a:lnSpc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1B539-A795-1548-53C3-CDC99173DF7B}"/>
              </a:ext>
            </a:extLst>
          </p:cNvPr>
          <p:cNvSpPr txBox="1"/>
          <p:nvPr/>
        </p:nvSpPr>
        <p:spPr>
          <a:xfrm>
            <a:off x="5706534" y="932329"/>
            <a:ext cx="631513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A function is simply </a:t>
            </a:r>
            <a:r>
              <a:rPr lang="en-US" sz="2400" b="1" dirty="0">
                <a:solidFill>
                  <a:schemeClr val="bg1"/>
                </a:solidFill>
              </a:rPr>
              <a:t>a “chunk” of code that you can use over and over again, rather than writing it out multiple times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Functions enable programmers to break down or decompose a problem into smaller chunks, each of which performs a particular task.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The function contains instructions used to create the output from its input.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A function is a block of organized code that is used to perform a single task.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In nutshell function is: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Block of organized code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Reusable code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simplify complex problems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A438D-6F56-9587-652A-13DDDFC4F55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54902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47" y="424329"/>
            <a:ext cx="3313519" cy="56654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A790B1-880C-8E43-2E47-0AAF55D82266}"/>
              </a:ext>
            </a:extLst>
          </p:cNvPr>
          <p:cNvCxnSpPr>
            <a:cxnSpLocks/>
          </p:cNvCxnSpPr>
          <p:nvPr/>
        </p:nvCxnSpPr>
        <p:spPr>
          <a:xfrm>
            <a:off x="5297145" y="787400"/>
            <a:ext cx="644612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90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: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is a database </a:t>
            </a:r>
            <a:r>
              <a:rPr lang="en-US" dirty="0">
                <a:solidFill>
                  <a:srgbClr val="C00000"/>
                </a:solidFill>
              </a:rPr>
              <a:t>object in SQL Server</a:t>
            </a:r>
            <a:r>
              <a:rPr lang="en-US" dirty="0"/>
              <a:t>. </a:t>
            </a:r>
          </a:p>
          <a:p>
            <a:r>
              <a:rPr lang="en-US" dirty="0"/>
              <a:t>Basically, it is a set of SQL statements that accept only </a:t>
            </a:r>
            <a:r>
              <a:rPr lang="en-US" dirty="0">
                <a:solidFill>
                  <a:srgbClr val="C00000"/>
                </a:solidFill>
              </a:rPr>
              <a:t>input parameters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perform actions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returns the result</a:t>
            </a:r>
            <a:r>
              <a:rPr lang="en-US" dirty="0"/>
              <a:t>. </a:t>
            </a:r>
          </a:p>
          <a:p>
            <a:r>
              <a:rPr lang="en-US" dirty="0"/>
              <a:t>It returns the result based on, which could be a </a:t>
            </a:r>
            <a:r>
              <a:rPr lang="en-US" dirty="0">
                <a:solidFill>
                  <a:srgbClr val="C00000"/>
                </a:solidFill>
              </a:rPr>
              <a:t>table value function </a:t>
            </a:r>
            <a:r>
              <a:rPr lang="en-US" dirty="0"/>
              <a:t>or a </a:t>
            </a:r>
            <a:r>
              <a:rPr lang="en-US" dirty="0">
                <a:solidFill>
                  <a:srgbClr val="C00000"/>
                </a:solidFill>
              </a:rPr>
              <a:t>single value</a:t>
            </a:r>
            <a:r>
              <a:rPr lang="en-US" dirty="0"/>
              <a:t>. </a:t>
            </a:r>
          </a:p>
          <a:p>
            <a:r>
              <a:rPr lang="en-US" dirty="0"/>
              <a:t>We can’t use a function to Insert, Update, Delete records in the database table(s). </a:t>
            </a:r>
          </a:p>
        </p:txBody>
      </p:sp>
    </p:spTree>
    <p:extLst>
      <p:ext uri="{BB962C8B-B14F-4D97-AF65-F5344CB8AC3E}">
        <p14:creationId xmlns:p14="http://schemas.microsoft.com/office/powerpoint/2010/main" val="123456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Server Functions are of two types: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System 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User Defined Functions (UDFs)</a:t>
            </a:r>
          </a:p>
          <a:p>
            <a:pPr lvl="1"/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System Functions: </a:t>
            </a:r>
          </a:p>
          <a:p>
            <a:pPr lvl="1">
              <a:buClr>
                <a:schemeClr val="tx2"/>
              </a:buClr>
            </a:pPr>
            <a:r>
              <a:rPr lang="en-US" dirty="0"/>
              <a:t>Built-in or System functions are available with every database. </a:t>
            </a:r>
          </a:p>
          <a:p>
            <a:pPr lvl="1"/>
            <a:r>
              <a:rPr lang="en-US" dirty="0"/>
              <a:t>Some common types are Aggregate functions, Mathematics functions, String functions, Datetime functions and other functions.</a:t>
            </a:r>
          </a:p>
          <a:p>
            <a:pPr marL="457200" lvl="1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User Defined Functions (UDFs): </a:t>
            </a:r>
          </a:p>
          <a:p>
            <a:pPr marL="885825" lvl="1" indent="-342900"/>
            <a:r>
              <a:rPr lang="en-US" b="1" dirty="0">
                <a:solidFill>
                  <a:schemeClr val="tx2"/>
                </a:solidFill>
              </a:rPr>
              <a:t>Functions created by the database user </a:t>
            </a:r>
            <a:r>
              <a:rPr lang="en-US" dirty="0"/>
              <a:t>are called user-defined functions. </a:t>
            </a:r>
          </a:p>
          <a:p>
            <a:pPr marL="895350" lvl="1"/>
            <a:r>
              <a:rPr lang="en-US" dirty="0"/>
              <a:t>UDFs are of two types: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 dirty="0"/>
              <a:t>Scalar functions</a:t>
            </a:r>
            <a:r>
              <a:rPr lang="en-US" dirty="0"/>
              <a:t>: The function that </a:t>
            </a:r>
            <a:r>
              <a:rPr lang="en-US" b="1" dirty="0">
                <a:solidFill>
                  <a:srgbClr val="C00000"/>
                </a:solidFill>
              </a:rPr>
              <a:t>returns a single data value </a:t>
            </a:r>
            <a:r>
              <a:rPr lang="en-US" dirty="0"/>
              <a:t>is called a scalar function.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 dirty="0"/>
              <a:t>Table-valued functions</a:t>
            </a:r>
            <a:r>
              <a:rPr lang="en-US" dirty="0"/>
              <a:t>: The function that </a:t>
            </a:r>
            <a:r>
              <a:rPr lang="en-US" b="1" dirty="0">
                <a:solidFill>
                  <a:srgbClr val="C00000"/>
                </a:solidFill>
              </a:rPr>
              <a:t>returns multiple records as a table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data type is called a Table-valued function. It can be a result set of a single select statement.</a:t>
            </a:r>
          </a:p>
        </p:txBody>
      </p:sp>
    </p:spTree>
    <p:extLst>
      <p:ext uri="{BB962C8B-B14F-4D97-AF65-F5344CB8AC3E}">
        <p14:creationId xmlns:p14="http://schemas.microsoft.com/office/powerpoint/2010/main" val="284083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F3D11-D760-1536-4DFB-3F9B3E6BF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887" y="863443"/>
            <a:ext cx="4271963" cy="54409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3E1DE-D336-27E2-6E73-0D010F2AF74E}"/>
              </a:ext>
            </a:extLst>
          </p:cNvPr>
          <p:cNvSpPr/>
          <p:nvPr/>
        </p:nvSpPr>
        <p:spPr>
          <a:xfrm>
            <a:off x="7430813" y="3342289"/>
            <a:ext cx="1865587" cy="218319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Left 3">
            <a:extLst>
              <a:ext uri="{FF2B5EF4-FFF2-40B4-BE49-F238E27FC236}">
                <a16:creationId xmlns:a16="http://schemas.microsoft.com/office/drawing/2014/main" id="{0A8696B3-C7C3-43DD-0940-820E303B2436}"/>
              </a:ext>
            </a:extLst>
          </p:cNvPr>
          <p:cNvSpPr/>
          <p:nvPr/>
        </p:nvSpPr>
        <p:spPr>
          <a:xfrm>
            <a:off x="9514175" y="4312037"/>
            <a:ext cx="439449" cy="243699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89186" y="865038"/>
            <a:ext cx="5612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dirty="0"/>
              <a:t>Built-in or System functions are available with every database, we can use it as per our requirement.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186" y="1509774"/>
            <a:ext cx="561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dirty="0"/>
              <a:t>Here, we explore most widely used system functions. </a:t>
            </a:r>
            <a:endParaRPr lang="en-IN" dirty="0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A53AC5F8-58AB-4FFD-AC38-4C4939B55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896546"/>
              </p:ext>
            </p:extLst>
          </p:nvPr>
        </p:nvGraphicFramePr>
        <p:xfrm>
          <a:off x="581572" y="1971587"/>
          <a:ext cx="468106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18">
                  <a:extLst>
                    <a:ext uri="{9D8B030D-6E8A-4147-A177-3AD203B41FA5}">
                      <a16:colId xmlns:a16="http://schemas.microsoft.com/office/drawing/2014/main" val="1785440712"/>
                    </a:ext>
                  </a:extLst>
                </a:gridCol>
                <a:gridCol w="4053942">
                  <a:extLst>
                    <a:ext uri="{9D8B030D-6E8A-4147-A177-3AD203B41FA5}">
                      <a16:colId xmlns:a16="http://schemas.microsoft.com/office/drawing/2014/main" val="1774611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Sr.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System</a:t>
                      </a:r>
                      <a:r>
                        <a:rPr lang="en-US" b="1" baseline="0" dirty="0"/>
                        <a:t> Functions</a:t>
                      </a:r>
                      <a:endParaRPr lang="en-US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8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Aggregate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7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r>
                        <a:rPr lang="en-US" baseline="0" dirty="0"/>
                        <a:t> and Time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207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Mathematical</a:t>
                      </a:r>
                      <a:r>
                        <a:rPr lang="en-US" baseline="0" dirty="0"/>
                        <a:t>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11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8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Functions (cast, convert,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…)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41771" y="3494314"/>
            <a:ext cx="1306286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641770" y="3951514"/>
            <a:ext cx="1513115" cy="18262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7641769" y="4134140"/>
            <a:ext cx="1513115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641769" y="5034849"/>
            <a:ext cx="1306286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7641769" y="4417168"/>
            <a:ext cx="1306286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99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Functions (UDF)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232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48191"/>
          </a:xfrm>
        </p:spPr>
        <p:txBody>
          <a:bodyPr/>
          <a:lstStyle/>
          <a:p>
            <a:r>
              <a:rPr lang="en-US" dirty="0"/>
              <a:t>UDF is a programming construct that </a:t>
            </a:r>
            <a:r>
              <a:rPr lang="en-US" dirty="0">
                <a:solidFill>
                  <a:srgbClr val="C00000"/>
                </a:solidFill>
              </a:rPr>
              <a:t>accepts parameters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does actions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returns the result </a:t>
            </a:r>
            <a:r>
              <a:rPr lang="en-US" dirty="0"/>
              <a:t>of that action.</a:t>
            </a:r>
          </a:p>
          <a:p>
            <a:r>
              <a:rPr lang="en-US" dirty="0"/>
              <a:t>The result either is a </a:t>
            </a:r>
            <a:r>
              <a:rPr lang="en-US" dirty="0">
                <a:solidFill>
                  <a:srgbClr val="C00000"/>
                </a:solidFill>
              </a:rPr>
              <a:t>scalar value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result set</a:t>
            </a:r>
            <a:r>
              <a:rPr lang="en-US" dirty="0"/>
              <a:t>. </a:t>
            </a:r>
          </a:p>
          <a:p>
            <a:r>
              <a:rPr lang="en-US" dirty="0"/>
              <a:t>UDFs can be used in </a:t>
            </a:r>
            <a:r>
              <a:rPr lang="en-US" dirty="0">
                <a:solidFill>
                  <a:srgbClr val="C00000"/>
                </a:solidFill>
              </a:rPr>
              <a:t>scripts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stored procedures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triggers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other UDFs </a:t>
            </a:r>
            <a:r>
              <a:rPr lang="en-US" dirty="0"/>
              <a:t>within a database.</a:t>
            </a:r>
          </a:p>
          <a:p>
            <a:endParaRPr lang="en-US" dirty="0"/>
          </a:p>
          <a:p>
            <a:r>
              <a:rPr lang="en-US" b="1" u="sng" dirty="0"/>
              <a:t>Benefits</a:t>
            </a:r>
          </a:p>
          <a:p>
            <a:pPr lvl="1"/>
            <a:r>
              <a:rPr lang="en-US" dirty="0"/>
              <a:t>UDFs support </a:t>
            </a:r>
            <a:r>
              <a:rPr lang="en-US" dirty="0">
                <a:solidFill>
                  <a:srgbClr val="C00000"/>
                </a:solidFill>
              </a:rPr>
              <a:t>modular programming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Once you create a UDF and store it in a database then you </a:t>
            </a:r>
            <a:r>
              <a:rPr lang="en-US" dirty="0">
                <a:solidFill>
                  <a:srgbClr val="C00000"/>
                </a:solidFill>
              </a:rPr>
              <a:t>can call it any number of times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You can </a:t>
            </a:r>
            <a:r>
              <a:rPr lang="en-US" dirty="0">
                <a:solidFill>
                  <a:srgbClr val="C00000"/>
                </a:solidFill>
              </a:rPr>
              <a:t>modify the UDF </a:t>
            </a:r>
            <a:r>
              <a:rPr lang="en-US" dirty="0"/>
              <a:t>independent of the source code.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90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function?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5527021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CREATE </a:t>
            </a:r>
            <a:r>
              <a:rPr lang="en-GB" sz="1600" dirty="0">
                <a:solidFill>
                  <a:schemeClr val="accent1"/>
                </a:solidFill>
                <a:latin typeface="Consolas" panose="020B0609020204030204" pitchFamily="49" charset="0"/>
              </a:rPr>
              <a:t>OR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ALTER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function_name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	@parameter1 datatype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	@parameter2 datatype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	.,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	.,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	.,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	@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parametern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datatype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return_datatype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  [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declaration_section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  [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executable_section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return_value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 : User-defined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F3D11-D760-1536-4DFB-3F9B3E6BF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887" y="863443"/>
            <a:ext cx="4271963" cy="54409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43E1DE-D336-27E2-6E73-0D010F2AF74E}"/>
              </a:ext>
            </a:extLst>
          </p:cNvPr>
          <p:cNvSpPr/>
          <p:nvPr/>
        </p:nvSpPr>
        <p:spPr>
          <a:xfrm>
            <a:off x="7239001" y="2724150"/>
            <a:ext cx="2057400" cy="279082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5325035"/>
            <a:ext cx="6090807" cy="979359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 can find all functions, go to your</a:t>
            </a:r>
          </a:p>
          <a:p>
            <a:pPr algn="ctr"/>
            <a:r>
              <a:rPr lang="en-US" dirty="0"/>
              <a:t>Database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Programmability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Functions </a:t>
            </a:r>
          </a:p>
          <a:p>
            <a:pPr algn="ctr"/>
            <a:r>
              <a:rPr lang="en-US" dirty="0"/>
              <a:t>in SQL Server</a:t>
            </a:r>
            <a:endParaRPr lang="en-GB" dirty="0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0A8696B3-C7C3-43DD-0940-820E303B2436}"/>
              </a:ext>
            </a:extLst>
          </p:cNvPr>
          <p:cNvSpPr/>
          <p:nvPr/>
        </p:nvSpPr>
        <p:spPr>
          <a:xfrm>
            <a:off x="9509760" y="4031874"/>
            <a:ext cx="484632" cy="311526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C42F6-4948-0826-35B4-3A27117942B1}"/>
              </a:ext>
            </a:extLst>
          </p:cNvPr>
          <p:cNvSpPr/>
          <p:nvPr/>
        </p:nvSpPr>
        <p:spPr>
          <a:xfrm>
            <a:off x="7550452" y="2856398"/>
            <a:ext cx="1451431" cy="17865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7A4886-4A92-1969-4806-EB9C7D9F74F6}"/>
              </a:ext>
            </a:extLst>
          </p:cNvPr>
          <p:cNvSpPr/>
          <p:nvPr/>
        </p:nvSpPr>
        <p:spPr>
          <a:xfrm>
            <a:off x="7550452" y="3027171"/>
            <a:ext cx="1451431" cy="17865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71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10" grpId="0" animBg="1"/>
      <p:bldP spid="3" grpId="0" animBg="1"/>
      <p:bldP spid="4" grpId="0" animBg="1"/>
      <p:bldP spid="8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6247010" cy="25401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--Scalar Valued function (always returns single value)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fun_AddNumber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@num1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@num2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endParaRPr lang="en-GB" sz="1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begin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@num1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@num2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Scalar Valued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3937549"/>
            <a:ext cx="681079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fun_AddNumber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AEBBC2-B3BC-086F-8DDC-EE11B8DFCC29}"/>
              </a:ext>
            </a:extLst>
          </p:cNvPr>
          <p:cNvSpPr/>
          <p:nvPr/>
        </p:nvSpPr>
        <p:spPr>
          <a:xfrm>
            <a:off x="131180" y="4655486"/>
            <a:ext cx="681079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--Answer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45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3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6095133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fun_JoinPersonInfo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@FirstName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150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@</a:t>
            </a: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LastName </a:t>
            </a:r>
            <a:r>
              <a:rPr lang="en-GB" sz="160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500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nvarchar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(500)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	Begin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	End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Concat</a:t>
            </a:r>
            <a:r>
              <a:rPr lang="en-US" sz="1600" dirty="0">
                <a:solidFill>
                  <a:schemeClr val="bg1"/>
                </a:solidFill>
              </a:rPr>
              <a:t> Two Strings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3787817"/>
            <a:ext cx="1169070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fun_JoinPersonInfo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Merged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Person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C838DB-9DE1-ED47-3F2B-CD434302C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0" y="4666121"/>
            <a:ext cx="2827850" cy="1408107"/>
          </a:xfrm>
          <a:prstGeom prst="rect">
            <a:avLst/>
          </a:prstGeom>
        </p:spPr>
      </p:pic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447943EF-B9EE-0B0C-C634-2C071DA0DA45}"/>
              </a:ext>
            </a:extLst>
          </p:cNvPr>
          <p:cNvSpPr/>
          <p:nvPr/>
        </p:nvSpPr>
        <p:spPr>
          <a:xfrm>
            <a:off x="131180" y="4336937"/>
            <a:ext cx="8858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6672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3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5977438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Fun_PersonInformation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Person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salary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15000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Table Valued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2501667"/>
            <a:ext cx="1169070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Fun_PersonInformation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endParaRPr lang="en-GB" dirty="0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447943EF-B9EE-0B0C-C634-2C071DA0DA45}"/>
              </a:ext>
            </a:extLst>
          </p:cNvPr>
          <p:cNvSpPr/>
          <p:nvPr/>
        </p:nvSpPr>
        <p:spPr>
          <a:xfrm>
            <a:off x="131180" y="3286738"/>
            <a:ext cx="8858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8C1EC5-B3EA-A25A-4EBB-A7C18DC12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0" y="3610836"/>
            <a:ext cx="6633514" cy="172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6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3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9897588" cy="453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--Create a table-valued function that returns a list of products including product name, model year and the price for a specific model year.</a:t>
            </a: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udfProductInYear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	@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model_year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FF0000"/>
                </a:solidFill>
                <a:latin typeface="Consolas" panose="020B0609020204030204" pitchFamily="49" charset="0"/>
              </a:rPr>
              <a:t>TABLE</a:t>
            </a: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ProductName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ModelYear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Price</a:t>
            </a: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Products</a:t>
            </a: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ModelYear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model_year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65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Table Valued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5769502"/>
            <a:ext cx="681079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udfProductInYear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2017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22559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animBg="1"/>
      <p:bldP spid="7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814C6DB-F447-EDE6-462B-FA2DE34F8D8C}"/>
              </a:ext>
            </a:extLst>
          </p:cNvPr>
          <p:cNvGrpSpPr/>
          <p:nvPr/>
        </p:nvGrpSpPr>
        <p:grpSpPr>
          <a:xfrm>
            <a:off x="182303" y="655016"/>
            <a:ext cx="11513069" cy="5831509"/>
            <a:chOff x="198204" y="2640828"/>
            <a:chExt cx="11294266" cy="17237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A4A388-3701-E936-5D61-943EDF699402}"/>
                </a:ext>
              </a:extLst>
            </p:cNvPr>
            <p:cNvSpPr/>
            <p:nvPr/>
          </p:nvSpPr>
          <p:spPr>
            <a:xfrm>
              <a:off x="428230" y="2718637"/>
              <a:ext cx="11064240" cy="16459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468000" rIns="108000" bIns="108000" rtlCol="0" anchor="ctr"/>
            <a:lstStyle/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dk1"/>
                  </a:solidFill>
                </a:rPr>
                <a:t>F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unction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must have a name 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and a function name can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never start 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with a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special character such as @, $, #, and so on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Functions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compile every time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Functions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must return a value or result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GB" sz="2200" dirty="0">
                  <a:solidFill>
                    <a:schemeClr val="dk1"/>
                  </a:solidFill>
                </a:rPr>
                <a:t>Functions </a:t>
              </a:r>
              <a:r>
                <a:rPr lang="en-GB" sz="2200" b="1" dirty="0">
                  <a:solidFill>
                    <a:schemeClr val="dk1"/>
                  </a:solidFill>
                </a:rPr>
                <a:t>only work with input parameters</a:t>
              </a:r>
              <a:r>
                <a:rPr lang="en-GB" sz="2200" dirty="0">
                  <a:solidFill>
                    <a:schemeClr val="dk1"/>
                  </a:solidFill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dk1"/>
                  </a:solidFill>
                </a:rPr>
                <a:t>Function is </a:t>
              </a:r>
              <a:r>
                <a:rPr lang="en-US" sz="2200" b="1" dirty="0">
                  <a:solidFill>
                    <a:schemeClr val="dk1"/>
                  </a:solidFill>
                </a:rPr>
                <a:t>not used to Insert, Update, Delete data in a database table(s)</a:t>
              </a:r>
              <a:r>
                <a:rPr lang="en-US" sz="2200" dirty="0">
                  <a:solidFill>
                    <a:schemeClr val="dk1"/>
                  </a:solidFill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dk1"/>
                  </a:solidFill>
                </a:rPr>
                <a:t>User Defined Function </a:t>
              </a:r>
              <a:r>
                <a:rPr lang="en-US" sz="2200" b="1" dirty="0">
                  <a:solidFill>
                    <a:schemeClr val="dk1"/>
                  </a:solidFill>
                </a:rPr>
                <a:t>can't return XML Data Type</a:t>
              </a:r>
              <a:r>
                <a:rPr lang="en-US" sz="2200" dirty="0">
                  <a:solidFill>
                    <a:schemeClr val="dk1"/>
                  </a:solidFill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rgbClr val="FF0000"/>
                  </a:solidFill>
                </a:rPr>
                <a:t>User Defined Function </a:t>
              </a:r>
              <a:r>
                <a:rPr lang="en-US" sz="2200" b="1" dirty="0">
                  <a:solidFill>
                    <a:srgbClr val="FF0000"/>
                  </a:solidFill>
                </a:rPr>
                <a:t>doesn't support exception handling</a:t>
              </a:r>
              <a:r>
                <a:rPr lang="en-US" sz="2200" dirty="0">
                  <a:solidFill>
                    <a:srgbClr val="FF0000"/>
                  </a:solidFill>
                </a:rPr>
                <a:t>, try and catch statements are not used in functions.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endParaRPr lang="en-US" sz="2200" b="1" dirty="0"/>
            </a:p>
            <a:p>
              <a:pPr marL="342900" indent="-342900" algn="just">
                <a:lnSpc>
                  <a:spcPct val="120000"/>
                </a:lnSpc>
                <a:buFont typeface="Wingdings" panose="05000000000000000000" pitchFamily="2" charset="2"/>
                <a:buChar char="ü"/>
              </a:pPr>
              <a:endParaRPr lang="gu-IN" sz="2200" dirty="0">
                <a:solidFill>
                  <a:schemeClr val="tx1"/>
                </a:solidFill>
                <a:latin typeface="Lohit Gujarati" panose="020B0600000000000000" pitchFamily="34" charset="0"/>
                <a:cs typeface="Lohit Gujarati" panose="020B0600000000000000" pitchFamily="34" charset="0"/>
              </a:endParaRPr>
            </a:p>
          </p:txBody>
        </p:sp>
        <p:sp>
          <p:nvSpPr>
            <p:cNvPr id="5" name="Rounded Rectangle 5">
              <a:extLst>
                <a:ext uri="{FF2B5EF4-FFF2-40B4-BE49-F238E27FC236}">
                  <a16:creationId xmlns:a16="http://schemas.microsoft.com/office/drawing/2014/main" id="{1A3C4AD4-AE2C-BB37-D8F4-E2CF8B009D71}"/>
                </a:ext>
              </a:extLst>
            </p:cNvPr>
            <p:cNvSpPr/>
            <p:nvPr/>
          </p:nvSpPr>
          <p:spPr>
            <a:xfrm>
              <a:off x="198204" y="2640828"/>
              <a:ext cx="3068381" cy="155618"/>
            </a:xfrm>
            <a:prstGeom prst="roundRect">
              <a:avLst>
                <a:gd name="adj" fmla="val 13506"/>
              </a:avLst>
            </a:prstGeom>
            <a:solidFill>
              <a:schemeClr val="tx2"/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latin typeface="+mj-lt"/>
                </a:rPr>
                <a:t>Important note for UDF !</a:t>
              </a:r>
              <a:endParaRPr lang="en-US" sz="24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548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583F-1F9F-BDC9-3AF4-EAE65D2E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Stored Procedure?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D629D-E818-B512-22F4-C86FBAFF1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2"/>
              </a:buClr>
            </a:pPr>
            <a:r>
              <a:rPr lang="en-US" dirty="0"/>
              <a:t>Stored Procedures (SPs) offer several 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Performance Improvement</a:t>
            </a:r>
          </a:p>
          <a:p>
            <a:pPr lvl="1"/>
            <a:r>
              <a:rPr lang="en-US" dirty="0"/>
              <a:t>SPs are precompiled and stored in SQL Server, reducing execution time.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chemeClr val="tx2"/>
                </a:solidFill>
              </a:rPr>
              <a:t>Code Reusability</a:t>
            </a:r>
          </a:p>
          <a:p>
            <a:pPr lvl="1"/>
            <a:r>
              <a:rPr lang="en-US" dirty="0"/>
              <a:t>SPs centralize business logic in the database, avoiding redundant code in applications.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chemeClr val="tx2"/>
                </a:solidFill>
              </a:rPr>
              <a:t>Security &amp; Access Control</a:t>
            </a:r>
          </a:p>
          <a:p>
            <a:pPr lvl="1"/>
            <a:r>
              <a:rPr lang="en-US" dirty="0"/>
              <a:t>SPs restrict direct access to tables. Permissions can be granted to execute SPs without exposing table structure.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b="1" dirty="0">
                <a:solidFill>
                  <a:schemeClr val="tx2"/>
                </a:solidFill>
              </a:rPr>
              <a:t>Supports Transaction Handling</a:t>
            </a:r>
          </a:p>
          <a:p>
            <a:pPr lvl="1"/>
            <a:r>
              <a:rPr lang="en-US" dirty="0"/>
              <a:t>If one part of a multi-step operation fails, the entire transaction can be rolled back.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b="1" dirty="0">
                <a:solidFill>
                  <a:schemeClr val="tx2"/>
                </a:solidFill>
              </a:rPr>
              <a:t>Encapsulation of Business Logic</a:t>
            </a:r>
          </a:p>
          <a:p>
            <a:pPr lvl="1"/>
            <a:r>
              <a:rPr lang="en-US" dirty="0"/>
              <a:t>Complex calculations, conditions, and operations can be encapsulated within SPs.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b="1" dirty="0">
                <a:solidFill>
                  <a:schemeClr val="tx2"/>
                </a:solidFill>
              </a:rPr>
              <a:t>Supports Input and Output Parameters</a:t>
            </a:r>
          </a:p>
          <a:p>
            <a:pPr lvl="1"/>
            <a:r>
              <a:rPr lang="en-US" dirty="0"/>
              <a:t>SPs can accept input parameters and an also return output parameters to the calling program.</a:t>
            </a:r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2F315B-418D-A004-440C-39DB7A793FE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2">
                  <a:lumMod val="75000"/>
                </a:schemeClr>
              </a:buClr>
            </a:pPr>
            <a:endParaRPr lang="en-IN" dirty="0"/>
          </a:p>
          <a:p>
            <a:pPr>
              <a:buClr>
                <a:schemeClr val="tx2">
                  <a:lumMod val="75000"/>
                </a:schemeClr>
              </a:buClr>
            </a:pPr>
            <a:endParaRPr lang="en-IN" dirty="0"/>
          </a:p>
          <a:p>
            <a:pPr>
              <a:buClr>
                <a:schemeClr val="tx2">
                  <a:lumMod val="75000"/>
                </a:schemeClr>
              </a:buCl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0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Stored Procedure?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stored procedure is a </a:t>
            </a:r>
            <a:r>
              <a:rPr lang="en-US" b="1" dirty="0">
                <a:solidFill>
                  <a:schemeClr val="tx2"/>
                </a:solidFill>
              </a:rPr>
              <a:t>prepared SQL code that you can save</a:t>
            </a:r>
            <a:r>
              <a:rPr lang="en-US" dirty="0"/>
              <a:t>, so the </a:t>
            </a:r>
            <a:r>
              <a:rPr lang="en-US" b="1" dirty="0">
                <a:solidFill>
                  <a:schemeClr val="tx2"/>
                </a:solidFill>
              </a:rPr>
              <a:t>code can be reused </a:t>
            </a:r>
            <a:r>
              <a:rPr lang="en-US" dirty="0"/>
              <a:t>again whenever needed.</a:t>
            </a:r>
          </a:p>
          <a:p>
            <a:r>
              <a:rPr lang="en-US" dirty="0"/>
              <a:t>A procedure has two parts, </a:t>
            </a:r>
            <a:r>
              <a:rPr lang="en-US" b="1" dirty="0">
                <a:solidFill>
                  <a:schemeClr val="tx2"/>
                </a:solidFill>
              </a:rPr>
              <a:t>header and body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header consists </a:t>
            </a:r>
            <a:r>
              <a:rPr lang="en-US" dirty="0"/>
              <a:t>of the </a:t>
            </a:r>
            <a:r>
              <a:rPr lang="en-US" b="1" dirty="0">
                <a:solidFill>
                  <a:schemeClr val="tx2"/>
                </a:solidFill>
              </a:rPr>
              <a:t>name of the procedure </a:t>
            </a:r>
            <a:r>
              <a:rPr lang="en-US" dirty="0"/>
              <a:t>and the </a:t>
            </a:r>
            <a:r>
              <a:rPr lang="en-US" b="1" dirty="0">
                <a:solidFill>
                  <a:schemeClr val="tx2"/>
                </a:solidFill>
              </a:rPr>
              <a:t>parameters</a:t>
            </a:r>
            <a:r>
              <a:rPr lang="en-US" dirty="0"/>
              <a:t> passed to the procedure.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body consists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of </a:t>
            </a:r>
            <a:r>
              <a:rPr lang="en-US" b="1" dirty="0">
                <a:solidFill>
                  <a:schemeClr val="tx2"/>
                </a:solidFill>
              </a:rPr>
              <a:t>declaration section, execution section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tx2"/>
                </a:solidFill>
              </a:rPr>
              <a:t>exception section</a:t>
            </a:r>
            <a:r>
              <a:rPr lang="en-US" dirty="0"/>
              <a:t>.</a:t>
            </a:r>
          </a:p>
          <a:p>
            <a:r>
              <a:rPr lang="en-US" dirty="0"/>
              <a:t>A procedure </a:t>
            </a:r>
            <a:r>
              <a:rPr lang="en-US" b="1" dirty="0">
                <a:solidFill>
                  <a:schemeClr val="tx2"/>
                </a:solidFill>
              </a:rPr>
              <a:t>may or may not return any value</a:t>
            </a:r>
            <a:r>
              <a:rPr lang="en-US" dirty="0"/>
              <a:t>, sometimes it </a:t>
            </a:r>
            <a:r>
              <a:rPr lang="en-US" b="1" dirty="0">
                <a:solidFill>
                  <a:schemeClr val="tx2"/>
                </a:solidFill>
              </a:rPr>
              <a:t>may return more than one value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04B9A-372A-EC90-3C6F-D0D5053FC9E8}"/>
              </a:ext>
            </a:extLst>
          </p:cNvPr>
          <p:cNvSpPr/>
          <p:nvPr/>
        </p:nvSpPr>
        <p:spPr>
          <a:xfrm>
            <a:off x="993544" y="4150432"/>
            <a:ext cx="600441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Procedure_Name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	-- List of Parameters with datatype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-- SQL statements OR Body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0FA9D8-CF4E-09C5-DF26-91A1787E70BF}"/>
              </a:ext>
            </a:extLst>
          </p:cNvPr>
          <p:cNvSpPr/>
          <p:nvPr/>
        </p:nvSpPr>
        <p:spPr>
          <a:xfrm>
            <a:off x="429758" y="4150432"/>
            <a:ext cx="579518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353A77F3-764F-7414-ADFD-5B1C93E8B16C}"/>
              </a:ext>
            </a:extLst>
          </p:cNvPr>
          <p:cNvSpPr/>
          <p:nvPr/>
        </p:nvSpPr>
        <p:spPr>
          <a:xfrm>
            <a:off x="429758" y="3821248"/>
            <a:ext cx="250005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Creating a Stored Procedure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0E29D-2083-62D6-3DB7-6088BB5FA4B3}"/>
              </a:ext>
            </a:extLst>
          </p:cNvPr>
          <p:cNvSpPr/>
          <p:nvPr/>
        </p:nvSpPr>
        <p:spPr>
          <a:xfrm>
            <a:off x="7588104" y="4150432"/>
            <a:ext cx="4287412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Procedure_Name</a:t>
            </a:r>
            <a:endParaRPr lang="en-GB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PROC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Procedure_Name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C96081-BE46-4D73-6C6E-20B12FCB9D84}"/>
              </a:ext>
            </a:extLst>
          </p:cNvPr>
          <p:cNvSpPr/>
          <p:nvPr/>
        </p:nvSpPr>
        <p:spPr>
          <a:xfrm>
            <a:off x="7183263" y="4150432"/>
            <a:ext cx="404841" cy="9694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9EF3D285-9AF2-E4F2-E778-8A63B9856DB3}"/>
              </a:ext>
            </a:extLst>
          </p:cNvPr>
          <p:cNvSpPr/>
          <p:nvPr/>
        </p:nvSpPr>
        <p:spPr>
          <a:xfrm>
            <a:off x="7183263" y="3821248"/>
            <a:ext cx="267733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Deleting the Stored Procedure</a:t>
            </a:r>
          </a:p>
        </p:txBody>
      </p:sp>
    </p:spTree>
    <p:extLst>
      <p:ext uri="{BB962C8B-B14F-4D97-AF65-F5344CB8AC3E}">
        <p14:creationId xmlns:p14="http://schemas.microsoft.com/office/powerpoint/2010/main" val="70088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Stored Procedure?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Create </a:t>
            </a:r>
            <a:r>
              <a:rPr lang="en-US" dirty="0"/>
              <a:t>:- It will create a procedure.</a:t>
            </a:r>
          </a:p>
          <a:p>
            <a:r>
              <a:rPr lang="en-US" b="1" dirty="0">
                <a:solidFill>
                  <a:schemeClr val="tx2"/>
                </a:solidFill>
              </a:rPr>
              <a:t>Alter</a:t>
            </a:r>
            <a:r>
              <a:rPr lang="en-US" dirty="0"/>
              <a:t> :- It will re-create a procedure if it already exists.</a:t>
            </a:r>
          </a:p>
          <a:p>
            <a:r>
              <a:rPr lang="en-US" dirty="0"/>
              <a:t>We can pass </a:t>
            </a:r>
            <a:r>
              <a:rPr lang="en-US" b="1" dirty="0"/>
              <a:t>parameters</a:t>
            </a:r>
            <a:r>
              <a:rPr lang="en-US" dirty="0"/>
              <a:t> to the procedures in three ways. </a:t>
            </a:r>
          </a:p>
          <a:p>
            <a:pPr lvl="1"/>
            <a:r>
              <a:rPr lang="en-US" b="1" dirty="0"/>
              <a:t>IN-parameters</a:t>
            </a:r>
            <a:r>
              <a:rPr lang="en-US" dirty="0"/>
              <a:t> :- These types of parameters are used to send values to stored procedures.</a:t>
            </a:r>
          </a:p>
          <a:p>
            <a:pPr lvl="1"/>
            <a:r>
              <a:rPr lang="en-US" b="1" dirty="0"/>
              <a:t>OUT-parameters</a:t>
            </a:r>
            <a:r>
              <a:rPr lang="en-US" dirty="0"/>
              <a:t> :- These types of parameters are used to get values from stored procedures. This is similar to a return type in functions but procedure can return values for more than one parameters. </a:t>
            </a:r>
          </a:p>
          <a:p>
            <a:pPr lvl="1"/>
            <a:r>
              <a:rPr lang="en-US" b="1" dirty="0"/>
              <a:t>IN OUT-parameters </a:t>
            </a:r>
            <a:r>
              <a:rPr lang="en-US" dirty="0"/>
              <a:t>:- This type of parameter allows us to pass values into a procedure and get output values from the procedure.</a:t>
            </a:r>
          </a:p>
          <a:p>
            <a:r>
              <a:rPr lang="en-US" b="1" dirty="0">
                <a:solidFill>
                  <a:schemeClr val="tx2"/>
                </a:solidFill>
              </a:rPr>
              <a:t>AS</a:t>
            </a:r>
            <a:r>
              <a:rPr lang="en-US" dirty="0"/>
              <a:t> indicates the beginning of the body of the procedure.</a:t>
            </a:r>
          </a:p>
          <a:p>
            <a:r>
              <a:rPr lang="en-US" b="1" dirty="0" err="1">
                <a:solidFill>
                  <a:schemeClr val="tx2"/>
                </a:solidFill>
              </a:rPr>
              <a:t>sql_statements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contains the body as a SQL query. (select, insert, update or delete)</a:t>
            </a:r>
          </a:p>
          <a:p>
            <a:r>
              <a:rPr lang="en-US" dirty="0"/>
              <a:t>By using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ALTER </a:t>
            </a:r>
            <a:r>
              <a:rPr lang="en-US" dirty="0"/>
              <a:t>together the procedure is created if it does not exist and if it exists then it is replaced with the current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6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Stored Procedure (SP) without parameter [</a:t>
            </a:r>
            <a:r>
              <a:rPr lang="en-US" dirty="0" err="1"/>
              <a:t>SelectByName</a:t>
            </a:r>
            <a:r>
              <a:rPr lang="en-US" dirty="0"/>
              <a:t>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657236"/>
              </p:ext>
            </p:extLst>
          </p:nvPr>
        </p:nvGraphicFramePr>
        <p:xfrm>
          <a:off x="7551358" y="1227057"/>
          <a:ext cx="4484523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2793187"/>
              </p:ext>
            </p:extLst>
          </p:nvPr>
        </p:nvGraphicFramePr>
        <p:xfrm>
          <a:off x="7548042" y="4224604"/>
          <a:ext cx="1143606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273257"/>
              </p:ext>
            </p:extLst>
          </p:nvPr>
        </p:nvGraphicFramePr>
        <p:xfrm>
          <a:off x="7548042" y="3860991"/>
          <a:ext cx="1143606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FDCB5D-380D-198C-97AB-A228E80D4BF6}"/>
              </a:ext>
            </a:extLst>
          </p:cNvPr>
          <p:cNvSpPr/>
          <p:nvPr/>
        </p:nvSpPr>
        <p:spPr>
          <a:xfrm>
            <a:off x="806932" y="2151170"/>
            <a:ext cx="623140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PR_Customer_SelectByName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3A797A-5E30-A59E-3CA0-65013A51D317}"/>
              </a:ext>
            </a:extLst>
          </p:cNvPr>
          <p:cNvSpPr/>
          <p:nvPr/>
        </p:nvSpPr>
        <p:spPr>
          <a:xfrm>
            <a:off x="243146" y="2151170"/>
            <a:ext cx="579518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CFD4A40F-36C6-1577-6AC7-D362CD1C1CA5}"/>
              </a:ext>
            </a:extLst>
          </p:cNvPr>
          <p:cNvSpPr/>
          <p:nvPr/>
        </p:nvSpPr>
        <p:spPr>
          <a:xfrm>
            <a:off x="243146" y="1821986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A1463B-4C6C-E3DE-269F-232F0B13C448}"/>
              </a:ext>
            </a:extLst>
          </p:cNvPr>
          <p:cNvSpPr/>
          <p:nvPr/>
        </p:nvSpPr>
        <p:spPr>
          <a:xfrm>
            <a:off x="752855" y="4125375"/>
            <a:ext cx="6231401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PR_Customer_SelectByName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OR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PR_Customer_SelectByName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6C5F2-073C-28AC-0265-F11327DB0ADA}"/>
              </a:ext>
            </a:extLst>
          </p:cNvPr>
          <p:cNvSpPr/>
          <p:nvPr/>
        </p:nvSpPr>
        <p:spPr>
          <a:xfrm>
            <a:off x="189069" y="4125375"/>
            <a:ext cx="579518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3B59716D-BF53-DA00-699F-38D70B5612D9}"/>
              </a:ext>
            </a:extLst>
          </p:cNvPr>
          <p:cNvSpPr/>
          <p:nvPr/>
        </p:nvSpPr>
        <p:spPr>
          <a:xfrm>
            <a:off x="189069" y="3796191"/>
            <a:ext cx="17304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567604-0758-14EB-7BF7-2E2CC7438414}"/>
              </a:ext>
            </a:extLst>
          </p:cNvPr>
          <p:cNvSpPr/>
          <p:nvPr/>
        </p:nvSpPr>
        <p:spPr>
          <a:xfrm>
            <a:off x="243146" y="745866"/>
            <a:ext cx="6997626" cy="101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rgbClr val="0070C0"/>
                </a:solidFill>
              </a:rPr>
              <a:t>Stored Procedure (SP) without parameters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 SQL Server is a procedure that does not take any input arguments.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1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animBg="1"/>
      <p:bldP spid="10" grpId="0" animBg="1"/>
      <p:bldP spid="11" grpId="0" uiExpand="1" build="p" animBg="1"/>
      <p:bldP spid="12" grpId="0" animBg="1"/>
      <p:bldP spid="13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Stored Procedure (SP) with Parameter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[</a:t>
            </a:r>
            <a:r>
              <a:rPr lang="en-US" dirty="0" err="1"/>
              <a:t>SelectByPK</a:t>
            </a:r>
            <a:r>
              <a:rPr lang="en-US" dirty="0"/>
              <a:t>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endParaRPr lang="gu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1320431"/>
              </p:ext>
            </p:extLst>
          </p:nvPr>
        </p:nvGraphicFramePr>
        <p:xfrm>
          <a:off x="7551358" y="1227057"/>
          <a:ext cx="4484523" cy="2468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0257305"/>
              </p:ext>
            </p:extLst>
          </p:nvPr>
        </p:nvGraphicFramePr>
        <p:xfrm>
          <a:off x="7551358" y="4211793"/>
          <a:ext cx="1143606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571704"/>
              </p:ext>
            </p:extLst>
          </p:nvPr>
        </p:nvGraphicFramePr>
        <p:xfrm>
          <a:off x="7551357" y="3848180"/>
          <a:ext cx="114360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FF3ABDB-F709-D09B-625E-7D148E8DB815}"/>
              </a:ext>
            </a:extLst>
          </p:cNvPr>
          <p:cNvSpPr/>
          <p:nvPr/>
        </p:nvSpPr>
        <p:spPr>
          <a:xfrm>
            <a:off x="738435" y="2234590"/>
            <a:ext cx="6530112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PR_Customer_SelectByPK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Name, </a:t>
            </a:r>
            <a:r>
              <a:rPr lang="en-GB" sz="2000" dirty="0">
                <a:latin typeface="Consolas" panose="020B0609020204030204" pitchFamily="49" charset="0"/>
              </a:rPr>
              <a:t>Age, City, Balance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CstID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@CstID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DD3E90-64F7-9BBD-4D64-7DACA45947DE}"/>
              </a:ext>
            </a:extLst>
          </p:cNvPr>
          <p:cNvSpPr/>
          <p:nvPr/>
        </p:nvSpPr>
        <p:spPr>
          <a:xfrm>
            <a:off x="174649" y="2234590"/>
            <a:ext cx="579518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598F2250-72F3-7A80-03BD-1F1544F6EBF2}"/>
              </a:ext>
            </a:extLst>
          </p:cNvPr>
          <p:cNvSpPr/>
          <p:nvPr/>
        </p:nvSpPr>
        <p:spPr>
          <a:xfrm>
            <a:off x="174649" y="1905406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7DD91F-2C43-E92E-B141-5DC2386447E6}"/>
              </a:ext>
            </a:extLst>
          </p:cNvPr>
          <p:cNvSpPr/>
          <p:nvPr/>
        </p:nvSpPr>
        <p:spPr>
          <a:xfrm>
            <a:off x="748896" y="4518262"/>
            <a:ext cx="6231401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PR_Customer_SelectByPK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103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OR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PR_Customer_SelectByPK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103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5D530-4C59-BBDF-0BCE-4DC096F679B8}"/>
              </a:ext>
            </a:extLst>
          </p:cNvPr>
          <p:cNvSpPr/>
          <p:nvPr/>
        </p:nvSpPr>
        <p:spPr>
          <a:xfrm>
            <a:off x="185110" y="4518262"/>
            <a:ext cx="579518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A76470CA-2686-39D3-A6D6-F4D9D003246F}"/>
              </a:ext>
            </a:extLst>
          </p:cNvPr>
          <p:cNvSpPr/>
          <p:nvPr/>
        </p:nvSpPr>
        <p:spPr>
          <a:xfrm>
            <a:off x="185110" y="4189078"/>
            <a:ext cx="17304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74A017-1263-8131-8427-1DD94D42C0DF}"/>
              </a:ext>
            </a:extLst>
          </p:cNvPr>
          <p:cNvSpPr/>
          <p:nvPr/>
        </p:nvSpPr>
        <p:spPr>
          <a:xfrm>
            <a:off x="174649" y="802205"/>
            <a:ext cx="7093898" cy="101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rgbClr val="0070C0"/>
                </a:solidFill>
              </a:rPr>
              <a:t>Stored Procedure (SP) without parameters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 SQL Server allows passing values as input to filter or customize the execution.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37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animBg="1"/>
      <p:bldP spid="10" grpId="0" animBg="1"/>
      <p:bldP spid="11" grpId="0" uiExpand="1" build="p" animBg="1"/>
      <p:bldP spid="12" grpId="0" animBg="1"/>
      <p:bldP spid="13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[Insert]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4670434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KRISH</a:t>
                      </a:r>
                      <a:endParaRPr lang="en-IN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1" y="3686175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PR_Customer_Insert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@Name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@Age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@Balance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decimal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@CstID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@Age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@City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@Balance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3170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D4D86-CCDA-83F0-5065-DF6BF1444A24}"/>
              </a:ext>
            </a:extLst>
          </p:cNvPr>
          <p:cNvSpPr/>
          <p:nvPr/>
        </p:nvSpPr>
        <p:spPr>
          <a:xfrm>
            <a:off x="152399" y="4808203"/>
            <a:ext cx="11340916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106,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‘KRISH’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30,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‘RAJKOT’</a:t>
            </a:r>
            <a:r>
              <a:rPr lang="en-US" dirty="0"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20000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OR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@CstID=106, @Age=30, @Name=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‘KRISH’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@City=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‘RAJKOT’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@Balance=2000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F8515CA1-B5FF-0A60-1C7B-FD0213C3B486}"/>
              </a:ext>
            </a:extLst>
          </p:cNvPr>
          <p:cNvSpPr/>
          <p:nvPr/>
        </p:nvSpPr>
        <p:spPr>
          <a:xfrm>
            <a:off x="131179" y="4484722"/>
            <a:ext cx="17304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</p:spTree>
    <p:extLst>
      <p:ext uri="{BB962C8B-B14F-4D97-AF65-F5344CB8AC3E}">
        <p14:creationId xmlns:p14="http://schemas.microsoft.com/office/powerpoint/2010/main" val="264953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uiExpand="1" build="p" animBg="1"/>
      <p:bldP spid="8" grpId="0" animBg="1"/>
      <p:bldP spid="10" grpId="0" animBg="1"/>
      <p:bldP spid="11" grpId="0" uiExpand="1" build="p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[Update]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73038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2640503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2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2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1" y="3686175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PR_Customer_Update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@Name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@Age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@Balance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decimal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Name 	 = @Name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Age 	 = @Age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City 	 = @City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Balance =@Balance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CstID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	 = @CstID</a:t>
            </a:r>
            <a:endParaRPr lang="en-GB" sz="2000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4401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CD4CB208-6586-AAD4-1436-DDA0A3C68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2521942"/>
              </p:ext>
            </p:extLst>
          </p:nvPr>
        </p:nvGraphicFramePr>
        <p:xfrm>
          <a:off x="7543801" y="4305896"/>
          <a:ext cx="448452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6"/>
                          </a:solidFill>
                        </a:rPr>
                        <a:t>HEET</a:t>
                      </a:r>
                      <a:endParaRPr lang="en-IN" b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15000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694965" y="6025444"/>
            <a:ext cx="761930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106, ‘HEET’, 25, ‘Rajkot’, 15000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31179" y="6025444"/>
            <a:ext cx="57951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31179" y="5696260"/>
            <a:ext cx="17304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</p:spTree>
    <p:extLst>
      <p:ext uri="{BB962C8B-B14F-4D97-AF65-F5344CB8AC3E}">
        <p14:creationId xmlns:p14="http://schemas.microsoft.com/office/powerpoint/2010/main" val="96131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[Delete]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517660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PR_Customer_Delete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CstID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@CstID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CD4CB208-6586-AAD4-1436-DDA0A3C68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5178185"/>
              </p:ext>
            </p:extLst>
          </p:nvPr>
        </p:nvGraphicFramePr>
        <p:xfrm>
          <a:off x="7543801" y="4305896"/>
          <a:ext cx="448452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HEET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15000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716186" y="3317620"/>
            <a:ext cx="65301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PR_Customer_Delete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106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52399" y="3317620"/>
            <a:ext cx="5368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52399" y="2988436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2346FC-414E-CC60-75EE-61A0300100B9}"/>
              </a:ext>
            </a:extLst>
          </p:cNvPr>
          <p:cNvCxnSpPr/>
          <p:nvPr/>
        </p:nvCxnSpPr>
        <p:spPr>
          <a:xfrm>
            <a:off x="7156580" y="4352551"/>
            <a:ext cx="261257" cy="3034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2E376C-53DA-0001-04C6-ED1A78FF55BD}"/>
              </a:ext>
            </a:extLst>
          </p:cNvPr>
          <p:cNvCxnSpPr>
            <a:cxnSpLocks/>
          </p:cNvCxnSpPr>
          <p:nvPr/>
        </p:nvCxnSpPr>
        <p:spPr>
          <a:xfrm flipH="1">
            <a:off x="7156580" y="4352551"/>
            <a:ext cx="261257" cy="3034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43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</a:t>
            </a:r>
            <a:r>
              <a:rPr lang="en-US" dirty="0">
                <a:solidFill>
                  <a:schemeClr val="tx2"/>
                </a:solidFill>
              </a:rPr>
              <a:t>NULL</a:t>
            </a:r>
            <a:r>
              <a:rPr lang="en-US" dirty="0"/>
              <a:t>] As Default Parameter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967706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NULL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PR_Customer_SelectCustName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@CstName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@CstName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716186" y="3317620"/>
            <a:ext cx="65301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PR_Customer_SelectCustName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52399" y="3317620"/>
            <a:ext cx="5368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52399" y="2988436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791CFE-578E-D804-38AE-6681F5BF5247}"/>
              </a:ext>
            </a:extLst>
          </p:cNvPr>
          <p:cNvSpPr/>
          <p:nvPr/>
        </p:nvSpPr>
        <p:spPr>
          <a:xfrm>
            <a:off x="716185" y="5337730"/>
            <a:ext cx="65301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PR_Customer_SelectCustName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'Ajay'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88FFF4-84CB-9838-F391-8764634A3AE6}"/>
              </a:ext>
            </a:extLst>
          </p:cNvPr>
          <p:cNvSpPr/>
          <p:nvPr/>
        </p:nvSpPr>
        <p:spPr>
          <a:xfrm>
            <a:off x="152398" y="5337730"/>
            <a:ext cx="5368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84DDB2EF-9A43-6E16-1634-5F77F1F696E8}"/>
              </a:ext>
            </a:extLst>
          </p:cNvPr>
          <p:cNvSpPr/>
          <p:nvPr/>
        </p:nvSpPr>
        <p:spPr>
          <a:xfrm>
            <a:off x="152398" y="5008546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A7A56-A308-0C78-209E-6C25E8B150CF}"/>
              </a:ext>
            </a:extLst>
          </p:cNvPr>
          <p:cNvSpPr txBox="1"/>
          <p:nvPr/>
        </p:nvSpPr>
        <p:spPr>
          <a:xfrm>
            <a:off x="152398" y="3816220"/>
            <a:ext cx="7093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When you execute above statement you will get </a:t>
            </a:r>
            <a:r>
              <a:rPr lang="en-US" dirty="0" err="1"/>
              <a:t>CstID</a:t>
            </a:r>
            <a:r>
              <a:rPr lang="en-US" dirty="0"/>
              <a:t> 105 Record in which Name is </a:t>
            </a:r>
            <a:r>
              <a:rPr lang="en-US" b="1" dirty="0">
                <a:solidFill>
                  <a:srgbClr val="C00000"/>
                </a:solidFill>
              </a:rPr>
              <a:t>NULL</a:t>
            </a:r>
            <a:r>
              <a:rPr lang="en-US" dirty="0"/>
              <a:t>, If you don’t specify any value it will take NULL as default supplied value.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9D8139-E15C-C548-DEC3-D0BA78DF706E}"/>
              </a:ext>
            </a:extLst>
          </p:cNvPr>
          <p:cNvSpPr txBox="1"/>
          <p:nvPr/>
        </p:nvSpPr>
        <p:spPr>
          <a:xfrm>
            <a:off x="152397" y="5783510"/>
            <a:ext cx="7093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When you execute above statement you will get records in which name column consist ‘</a:t>
            </a:r>
            <a:r>
              <a:rPr lang="en-US" b="1" dirty="0">
                <a:solidFill>
                  <a:srgbClr val="C00000"/>
                </a:solidFill>
              </a:rPr>
              <a:t>Ajay</a:t>
            </a:r>
            <a:r>
              <a:rPr lang="en-US" dirty="0"/>
              <a:t>’ as value.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7423C-215E-1615-35EC-21F9EC0E125D}"/>
              </a:ext>
            </a:extLst>
          </p:cNvPr>
          <p:cNvSpPr/>
          <p:nvPr/>
        </p:nvSpPr>
        <p:spPr>
          <a:xfrm>
            <a:off x="7551358" y="3267852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34EEAC-CBFE-32CD-0691-54D8C7B01729}"/>
              </a:ext>
            </a:extLst>
          </p:cNvPr>
          <p:cNvSpPr/>
          <p:nvPr/>
        </p:nvSpPr>
        <p:spPr>
          <a:xfrm>
            <a:off x="7540725" y="2848752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  <p:bldP spid="19" grpId="0" uiExpand="1" build="p" animBg="1"/>
      <p:bldP spid="20" grpId="0" animBg="1"/>
      <p:bldP spid="21" grpId="0" animBg="1"/>
      <p:bldP spid="3" grpId="0"/>
      <p:bldP spid="22" grpId="0"/>
      <p:bldP spid="6" grpId="0" animBg="1"/>
      <p:bldP spid="6" grpId="1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</a:t>
            </a:r>
            <a:r>
              <a:rPr lang="en-US" dirty="0">
                <a:solidFill>
                  <a:schemeClr val="tx2"/>
                </a:solidFill>
              </a:rPr>
              <a:t>OUT</a:t>
            </a:r>
            <a:r>
              <a:rPr lang="en-US" dirty="0"/>
              <a:t>/</a:t>
            </a:r>
            <a:r>
              <a:rPr lang="en-US" dirty="0">
                <a:solidFill>
                  <a:schemeClr val="tx2"/>
                </a:solidFill>
              </a:rPr>
              <a:t>OUTPUT</a:t>
            </a:r>
            <a:r>
              <a:rPr lang="en-US" dirty="0"/>
              <a:t>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set output parameters for a stored procedure is basically the same as setting up input parameters, the only difference is that you use the </a:t>
            </a:r>
            <a:r>
              <a:rPr lang="en-US" b="1" dirty="0"/>
              <a:t>OUTPUT</a:t>
            </a:r>
            <a:r>
              <a:rPr lang="en-US" dirty="0"/>
              <a:t> clause </a:t>
            </a:r>
            <a:r>
              <a:rPr lang="en-US" b="1" dirty="0"/>
              <a:t>after the parameter name </a:t>
            </a:r>
            <a:r>
              <a:rPr lang="en-US" dirty="0"/>
              <a:t>to </a:t>
            </a:r>
            <a:r>
              <a:rPr lang="en-US" b="1" dirty="0"/>
              <a:t>specify that it should return a value</a:t>
            </a:r>
            <a:r>
              <a:rPr lang="en-US" dirty="0"/>
              <a:t>.  </a:t>
            </a:r>
          </a:p>
          <a:p>
            <a:r>
              <a:rPr lang="en-US" dirty="0"/>
              <a:t>The output clause can be specified by either using the keyword "OUTPUT" or just "OUT".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 parameters are </a:t>
            </a:r>
            <a:r>
              <a:rPr lang="en-US" dirty="0">
                <a:solidFill>
                  <a:srgbClr val="C00000"/>
                </a:solidFill>
              </a:rPr>
              <a:t>slightly more efficient </a:t>
            </a:r>
            <a:r>
              <a:rPr lang="en-US" dirty="0"/>
              <a:t>when returning small amounts of data since they </a:t>
            </a:r>
            <a:r>
              <a:rPr lang="en-US" dirty="0">
                <a:solidFill>
                  <a:srgbClr val="C00000"/>
                </a:solidFill>
              </a:rPr>
              <a:t>avoid the overhead of creating and sending a result set</a:t>
            </a:r>
            <a:r>
              <a:rPr lang="en-US" dirty="0"/>
              <a:t>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04B9A-372A-EC90-3C6F-D0D5053FC9E8}"/>
              </a:ext>
            </a:extLst>
          </p:cNvPr>
          <p:cNvSpPr/>
          <p:nvPr/>
        </p:nvSpPr>
        <p:spPr>
          <a:xfrm>
            <a:off x="1014725" y="2765826"/>
            <a:ext cx="6004415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PR_Customer_GetCityCount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@Count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@Count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@City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0FA9D8-CF4E-09C5-DF26-91A1787E70BF}"/>
              </a:ext>
            </a:extLst>
          </p:cNvPr>
          <p:cNvSpPr/>
          <p:nvPr/>
        </p:nvSpPr>
        <p:spPr>
          <a:xfrm>
            <a:off x="435207" y="2788560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353A77F3-764F-7414-ADFD-5B1C93E8B16C}"/>
              </a:ext>
            </a:extLst>
          </p:cNvPr>
          <p:cNvSpPr/>
          <p:nvPr/>
        </p:nvSpPr>
        <p:spPr>
          <a:xfrm>
            <a:off x="429758" y="2459376"/>
            <a:ext cx="414224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Creating a Stored Procedure with OUT Parameter 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D0EAD167-1369-D27E-B305-A431475AF5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358718"/>
              </p:ext>
            </p:extLst>
          </p:nvPr>
        </p:nvGraphicFramePr>
        <p:xfrm>
          <a:off x="7598658" y="2786413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D62668B2-FB14-89BE-7F56-3D64777133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8932986"/>
              </p:ext>
            </p:extLst>
          </p:nvPr>
        </p:nvGraphicFramePr>
        <p:xfrm>
          <a:off x="7598658" y="2422800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5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</a:t>
            </a:r>
            <a:r>
              <a:rPr lang="en-US" dirty="0">
                <a:solidFill>
                  <a:schemeClr val="tx2"/>
                </a:solidFill>
              </a:rPr>
              <a:t>OUT</a:t>
            </a:r>
            <a:r>
              <a:rPr lang="en-US" dirty="0"/>
              <a:t>] Parameter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PR_Customer_GetCityCount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@Count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@Count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@City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689224" y="4555414"/>
            <a:ext cx="897256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PR_Customer_GetCityCount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@City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'Rajkot'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@Count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@Cnt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52399" y="4555414"/>
            <a:ext cx="536825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52399" y="4226230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74C14F-C13D-3C02-4C4E-3E96CFB42C4B}"/>
              </a:ext>
            </a:extLst>
          </p:cNvPr>
          <p:cNvSpPr/>
          <p:nvPr/>
        </p:nvSpPr>
        <p:spPr>
          <a:xfrm>
            <a:off x="662263" y="5934678"/>
            <a:ext cx="117610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5EFED1-E0F3-1EAB-3FBB-1AC572C3809D}"/>
              </a:ext>
            </a:extLst>
          </p:cNvPr>
          <p:cNvSpPr/>
          <p:nvPr/>
        </p:nvSpPr>
        <p:spPr>
          <a:xfrm>
            <a:off x="125438" y="5957373"/>
            <a:ext cx="53682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5384D5CD-1F17-87A6-54E7-ECF2A5F8ED8C}"/>
              </a:ext>
            </a:extLst>
          </p:cNvPr>
          <p:cNvSpPr/>
          <p:nvPr/>
        </p:nvSpPr>
        <p:spPr>
          <a:xfrm>
            <a:off x="125438" y="5637917"/>
            <a:ext cx="171292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6472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  <p:bldP spid="19" grpId="0" uiExpand="1" build="p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Important Error Messages [Remember]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7BF5C15-3998-5926-AE2E-58B9F589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If you try to create the stored procedure and it already exists you will get an error message.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Error, When Parameter Is Not Passed (Parameter value is not given during execution)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you try to supply other datatype for the parameter (Data type is not matched)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4C7C-634D-29F0-D416-2D5BBCAD3F0B}"/>
              </a:ext>
            </a:extLst>
          </p:cNvPr>
          <p:cNvSpPr/>
          <p:nvPr/>
        </p:nvSpPr>
        <p:spPr>
          <a:xfrm>
            <a:off x="452369" y="1304595"/>
            <a:ext cx="114814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Msg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2714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Level 16, State 3, Procedure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Line 1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There is already an object named 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 in the database.</a:t>
            </a:r>
            <a:endParaRPr lang="en-GB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D68336-E7BD-60E7-85CF-6C01759CCA82}"/>
              </a:ext>
            </a:extLst>
          </p:cNvPr>
          <p:cNvSpPr/>
          <p:nvPr/>
        </p:nvSpPr>
        <p:spPr>
          <a:xfrm>
            <a:off x="452369" y="2721114"/>
            <a:ext cx="11481484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Msg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201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Level 16, State 4, Procedure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dbo.PR_Person_SelectPersonID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Line 0 Procedure or function 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 expects parameter '@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WorkerID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', which was not supplied.</a:t>
            </a:r>
            <a:endParaRPr lang="en-GB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672BA-4446-0F02-1505-6E22239EE1E4}"/>
              </a:ext>
            </a:extLst>
          </p:cNvPr>
          <p:cNvSpPr/>
          <p:nvPr/>
        </p:nvSpPr>
        <p:spPr>
          <a:xfrm>
            <a:off x="452369" y="4537742"/>
            <a:ext cx="114814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Msg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8114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Level 16, State 5, Procedure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dbo.PR_Person_SelectPersonID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Line 0 Error converting data type varchar to int.</a:t>
            </a:r>
            <a:endParaRPr lang="en-GB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2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  <p:bldP spid="11" grpId="0" uiExpand="1" build="p" animBg="1"/>
      <p:bldP spid="12" grpId="0" uiExpand="1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Stored Procedure </a:t>
            </a:r>
            <a:endParaRPr lang="en-GB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DD5ED74-CCEB-0B3E-B2AC-3DDC63428B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918135"/>
              </p:ext>
            </p:extLst>
          </p:nvPr>
        </p:nvGraphicFramePr>
        <p:xfrm>
          <a:off x="317151" y="1281848"/>
          <a:ext cx="4143375" cy="4114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Branch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Ramesh 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Mahesh 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EC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Amit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Anita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Reeta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Rohit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Chetan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Rakesh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E8ADC2-DF14-359D-B349-5D0DCAD02B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134147"/>
              </p:ext>
            </p:extLst>
          </p:nvPr>
        </p:nvGraphicFramePr>
        <p:xfrm>
          <a:off x="317151" y="910615"/>
          <a:ext cx="924243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24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32CFF17C-2F7C-1CB3-F439-E587C6FEAB8F}"/>
              </a:ext>
            </a:extLst>
          </p:cNvPr>
          <p:cNvGrpSpPr/>
          <p:nvPr/>
        </p:nvGrpSpPr>
        <p:grpSpPr>
          <a:xfrm>
            <a:off x="4607876" y="892480"/>
            <a:ext cx="7087496" cy="4575258"/>
            <a:chOff x="428231" y="2718637"/>
            <a:chExt cx="11064239" cy="149916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96FEA9C-1534-7353-A8FE-09F22C92D913}"/>
                </a:ext>
              </a:extLst>
            </p:cNvPr>
            <p:cNvSpPr/>
            <p:nvPr/>
          </p:nvSpPr>
          <p:spPr>
            <a:xfrm>
              <a:off x="428231" y="2796446"/>
              <a:ext cx="11064239" cy="14213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468000" rIns="108000" bIns="108000" rtlCol="0" anchor="ctr"/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returns table with Branch &amp; Semester Wise Maximum SPI Details.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shows student details with CE branch’s student’s only.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Insert record in student table.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shows first 5 students  details.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accepts Semester &amp; Branch and based on that returns record.</a:t>
              </a:r>
              <a:endParaRPr lang="gu-IN" sz="2200" dirty="0">
                <a:solidFill>
                  <a:schemeClr val="tx1"/>
                </a:solidFill>
                <a:latin typeface="+mj-lt"/>
                <a:cs typeface="Lohit Gujarati" panose="020B0600000000000000" pitchFamily="34" charset="0"/>
              </a:endParaRPr>
            </a:p>
          </p:txBody>
        </p:sp>
        <p:sp>
          <p:nvSpPr>
            <p:cNvPr id="8" name="Rounded Rectangle 5">
              <a:extLst>
                <a:ext uri="{FF2B5EF4-FFF2-40B4-BE49-F238E27FC236}">
                  <a16:creationId xmlns:a16="http://schemas.microsoft.com/office/drawing/2014/main" id="{A0702EEF-F482-45A6-1F21-AE23F22E1A1D}"/>
                </a:ext>
              </a:extLst>
            </p:cNvPr>
            <p:cNvSpPr/>
            <p:nvPr/>
          </p:nvSpPr>
          <p:spPr>
            <a:xfrm>
              <a:off x="428233" y="2718637"/>
              <a:ext cx="2973710" cy="155618"/>
            </a:xfrm>
            <a:prstGeom prst="roundRect">
              <a:avLst>
                <a:gd name="adj" fmla="val 13506"/>
              </a:avLst>
            </a:prstGeom>
            <a:solidFill>
              <a:schemeClr val="tx2"/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latin typeface="+mj-lt"/>
                </a:rPr>
                <a:t>Do it yourself!</a:t>
              </a:r>
              <a:endParaRPr lang="en-US" sz="24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2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v/s Procedure</a:t>
            </a:r>
            <a:endParaRPr lang="en-GB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DD5ED74-CCEB-0B3E-B2AC-3DDC63428B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421579"/>
              </p:ext>
            </p:extLst>
          </p:nvPr>
        </p:nvGraphicFramePr>
        <p:xfrm>
          <a:off x="317150" y="1281848"/>
          <a:ext cx="11635363" cy="11180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Parameters</a:t>
                      </a:r>
                      <a:endParaRPr lang="en-GB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Function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Procedure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Basics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Functions calculate the results of a program on the basis of the given input.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Procedures perform certain tasks in a particular order on the basis of the given inputs.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E8ADC2-DF14-359D-B349-5D0DCAD02B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3003157"/>
              </p:ext>
            </p:extLst>
          </p:nvPr>
        </p:nvGraphicFramePr>
        <p:xfrm>
          <a:off x="317151" y="910615"/>
          <a:ext cx="1166416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Difference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8339DD-5605-4A4C-ABE3-5472D498E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27703"/>
              </p:ext>
            </p:extLst>
          </p:nvPr>
        </p:nvGraphicFramePr>
        <p:xfrm>
          <a:off x="317150" y="2399922"/>
          <a:ext cx="11635363" cy="670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676591323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107032579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091591481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Try-Catch Blocks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Functions do not provide support for the try-catch Blocks.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Procedures provide support for the try-catch Blocks.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569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4499F0-43D7-FA88-BCE9-C814527BC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405328"/>
              </p:ext>
            </p:extLst>
          </p:nvPr>
        </p:nvGraphicFramePr>
        <p:xfrm>
          <a:off x="317149" y="3070482"/>
          <a:ext cx="11635363" cy="44751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558116435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1060530086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3890672963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SQL Query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We can call a function in a SQL Query.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We cannot call a procedure in a SQL Query.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003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4421D4-0144-255B-981F-C32C19369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800462"/>
              </p:ext>
            </p:extLst>
          </p:nvPr>
        </p:nvGraphicFramePr>
        <p:xfrm>
          <a:off x="317149" y="3517996"/>
          <a:ext cx="11635363" cy="670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452892315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044664877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2520437201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SELECT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SELECT statements can have function calls.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SELECT statements can never have procedure calls.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0669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E686FB-95E5-77DA-A396-A6DCFAC0C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586389"/>
              </p:ext>
            </p:extLst>
          </p:nvPr>
        </p:nvGraphicFramePr>
        <p:xfrm>
          <a:off x="317149" y="4188556"/>
          <a:ext cx="11635363" cy="944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76819079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379102755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421081630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Return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function would return the returning value/control to the code or calling function.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procedure, on the other hand, would return the control, but would not return any value to the calling function or the code.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85291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C345ED-574F-9A4B-CF5F-CEBD221A0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99235"/>
              </p:ext>
            </p:extLst>
          </p:nvPr>
        </p:nvGraphicFramePr>
        <p:xfrm>
          <a:off x="317149" y="5133436"/>
          <a:ext cx="11635363" cy="670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228478204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64188436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300137257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DML Statements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We cannot use the DML statements in a function, (functions such as Update, Delete, and Insert).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We can always use the DML statements in the case of a procedure.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785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85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Function v/s Procedure (Cont..)</a:t>
            </a:r>
            <a:endParaRPr lang="en-GB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DD5ED74-CCEB-0B3E-B2AC-3DDC63428B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571440"/>
              </p:ext>
            </p:extLst>
          </p:nvPr>
        </p:nvGraphicFramePr>
        <p:xfrm>
          <a:off x="317150" y="1281848"/>
          <a:ext cx="11635363" cy="89502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Parameters</a:t>
                      </a:r>
                      <a:endParaRPr lang="en-GB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Function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Procedure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Call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 function can be called using a procedure.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 procedure cannot be called using any function.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E8ADC2-DF14-359D-B349-5D0DCAD02B6F}"/>
              </a:ext>
            </a:extLst>
          </p:cNvPr>
          <p:cNvGraphicFramePr>
            <a:graphicFrameLocks/>
          </p:cNvGraphicFramePr>
          <p:nvPr/>
        </p:nvGraphicFramePr>
        <p:xfrm>
          <a:off x="317151" y="910615"/>
          <a:ext cx="1166416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Difference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5D1EC3-7692-17F9-E64D-43C182C0D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851474"/>
              </p:ext>
            </p:extLst>
          </p:nvPr>
        </p:nvGraphicFramePr>
        <p:xfrm>
          <a:off x="317150" y="2176876"/>
          <a:ext cx="11635363" cy="1219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3407684749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723685331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647230608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Compilation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compilation of a function occurs when we call them in a program.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compilation of the procedures needs to occur once, and in case it is necessary, these can be called repeatedly, and we don’t have to compile them every single time.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234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3CB872-9752-3F8E-27E9-319B68F00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671667"/>
              </p:ext>
            </p:extLst>
          </p:nvPr>
        </p:nvGraphicFramePr>
        <p:xfrm>
          <a:off x="317150" y="3393034"/>
          <a:ext cx="11635363" cy="44751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531815361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1475725077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775587207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Expression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function must deal with expressions.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procedure need not deal with expressions.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320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B71342-EE2B-0592-5D89-FC299392F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218234"/>
              </p:ext>
            </p:extLst>
          </p:nvPr>
        </p:nvGraphicFramePr>
        <p:xfrm>
          <a:off x="317150" y="3840548"/>
          <a:ext cx="11635363" cy="944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3312038690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261792853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95969960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Explicit Transaction Handling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Functions cannot have explicit transaction handling.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Explicit transaction handling exists in the case of a procedure.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16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6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953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: 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Cursor</a:t>
            </a:r>
            <a:r>
              <a:rPr lang="en-US" dirty="0"/>
              <a:t> is a </a:t>
            </a:r>
            <a:r>
              <a:rPr lang="en-US" b="1" dirty="0">
                <a:solidFill>
                  <a:srgbClr val="C00000"/>
                </a:solidFill>
              </a:rPr>
              <a:t>Temporary Memory or Temporary Work Station</a:t>
            </a:r>
            <a:r>
              <a:rPr lang="en-US" dirty="0"/>
              <a:t>.</a:t>
            </a:r>
          </a:p>
          <a:p>
            <a:r>
              <a:rPr lang="en-US" dirty="0"/>
              <a:t>It is Allocated by Database Server at the time of performing DML(Data Manipulation Language) operations on table by User.</a:t>
            </a:r>
          </a:p>
          <a:p>
            <a:r>
              <a:rPr lang="en-US" dirty="0"/>
              <a:t>A SQL cursor is a database object that is used to retrieve data from a result set one row at a time.</a:t>
            </a:r>
          </a:p>
          <a:p>
            <a:r>
              <a:rPr lang="en-US" dirty="0"/>
              <a:t>Cursors are used to store Database Tables.</a:t>
            </a:r>
          </a:p>
          <a:p>
            <a:r>
              <a:rPr lang="en-US" dirty="0"/>
              <a:t>A SQL cursor is used when the data needs to be </a:t>
            </a:r>
            <a:r>
              <a:rPr lang="en-US" dirty="0">
                <a:solidFill>
                  <a:srgbClr val="C00000"/>
                </a:solidFill>
              </a:rPr>
              <a:t>updated row by row</a:t>
            </a:r>
            <a:r>
              <a:rPr lang="en-US" dirty="0"/>
              <a:t>. </a:t>
            </a:r>
          </a:p>
          <a:p>
            <a:r>
              <a:rPr lang="en-US" dirty="0"/>
              <a:t>The purpose for the cursor may be to update one row at a time or perform an administrative process such as SQL Server database backups in a sequential manner.</a:t>
            </a:r>
          </a:p>
          <a:p>
            <a:r>
              <a:rPr lang="en-US" dirty="0"/>
              <a:t>We use a cursor to iterate over a set of rows; we can change it to a WHILE loop as </a:t>
            </a:r>
            <a:r>
              <a:rPr lang="en-US" b="1" dirty="0">
                <a:solidFill>
                  <a:srgbClr val="C00000"/>
                </a:solidFill>
              </a:rPr>
              <a:t>FOR loops are not available in T-SQL</a:t>
            </a:r>
            <a:r>
              <a:rPr lang="en-US" dirty="0"/>
              <a:t>.</a:t>
            </a:r>
          </a:p>
          <a:p>
            <a:r>
              <a:rPr lang="en-US" dirty="0"/>
              <a:t>In such cases, the only challenge will be to choose a </a:t>
            </a:r>
            <a:r>
              <a:rPr lang="en-US" dirty="0">
                <a:solidFill>
                  <a:srgbClr val="C00000"/>
                </a:solidFill>
              </a:rPr>
              <a:t>proper exit condition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09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Cursor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Implicit Cursor</a:t>
            </a:r>
          </a:p>
          <a:p>
            <a:pPr marL="1001712" lvl="1" indent="-457200">
              <a:lnSpc>
                <a:spcPct val="10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SQL server generates implicit cursors automatically or by default</a:t>
            </a:r>
            <a:r>
              <a:rPr lang="en-US" dirty="0"/>
              <a:t>. It opens a cursor for internal processing.</a:t>
            </a:r>
          </a:p>
          <a:p>
            <a:pPr marL="1001712" lvl="1" indent="-457200">
              <a:lnSpc>
                <a:spcPct val="100000"/>
              </a:lnSpc>
            </a:pPr>
            <a:r>
              <a:rPr lang="en-US" dirty="0"/>
              <a:t>Implicit cursors are created by default to process the statements when DML statements (INSERT, UPDATE, DELETE) are executed.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Explicit Cursor</a:t>
            </a:r>
          </a:p>
          <a:p>
            <a:pPr marL="1001712" lvl="1" indent="-457200">
              <a:lnSpc>
                <a:spcPct val="100000"/>
              </a:lnSpc>
            </a:pPr>
            <a:r>
              <a:rPr lang="en-US" dirty="0"/>
              <a:t>If a cursor is opened for processing data through a PL/SQL block as per requirement like </a:t>
            </a:r>
            <a:r>
              <a:rPr lang="en-US" dirty="0">
                <a:solidFill>
                  <a:srgbClr val="C00000"/>
                </a:solidFill>
              </a:rPr>
              <a:t>user defined cursor, is known as an Explicit cursor</a:t>
            </a:r>
            <a:r>
              <a:rPr lang="en-US" dirty="0"/>
              <a:t>.</a:t>
            </a:r>
          </a:p>
          <a:p>
            <a:pPr marL="1001712" lvl="1" indent="-457200">
              <a:lnSpc>
                <a:spcPct val="100000"/>
              </a:lnSpc>
            </a:pPr>
            <a:r>
              <a:rPr lang="en-US" dirty="0"/>
              <a:t>Explicit cursor is created while executing a SELECT statement that returns more than one row.</a:t>
            </a:r>
          </a:p>
          <a:p>
            <a:pPr marL="1001712" lvl="1" indent="-457200">
              <a:lnSpc>
                <a:spcPct val="100000"/>
              </a:lnSpc>
            </a:pPr>
            <a:r>
              <a:rPr lang="en-US" dirty="0"/>
              <a:t>These cursor should be defined in the declaration section of the </a:t>
            </a:r>
            <a:r>
              <a:rPr lang="en-US" dirty="0">
                <a:solidFill>
                  <a:srgbClr val="C00000"/>
                </a:solidFill>
              </a:rPr>
              <a:t>PL/SQL block </a:t>
            </a:r>
            <a:r>
              <a:rPr lang="en-US" dirty="0"/>
              <a:t>and created on a </a:t>
            </a:r>
            <a:r>
              <a:rPr lang="en-US" dirty="0">
                <a:solidFill>
                  <a:srgbClr val="C00000"/>
                </a:solidFill>
              </a:rPr>
              <a:t>SELECT statement</a:t>
            </a:r>
            <a:r>
              <a:rPr lang="en-US" dirty="0"/>
              <a:t> which returns more than one row.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2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0DC8-1F1B-82EB-264A-503B801A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Cursor Life Cycle -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E1F2A-90B9-5F6A-B1C6-6A54420D33E2}"/>
              </a:ext>
            </a:extLst>
          </p:cNvPr>
          <p:cNvSpPr/>
          <p:nvPr/>
        </p:nvSpPr>
        <p:spPr>
          <a:xfrm>
            <a:off x="699080" y="1114906"/>
            <a:ext cx="5123058" cy="6001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5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GB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50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endParaRPr lang="en-GB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5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select_statement</a:t>
            </a:r>
            <a:r>
              <a:rPr lang="en-GB" sz="165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D0FC2-1EF7-547B-614C-BCA9AC492B47}"/>
              </a:ext>
            </a:extLst>
          </p:cNvPr>
          <p:cNvSpPr/>
          <p:nvPr/>
        </p:nvSpPr>
        <p:spPr>
          <a:xfrm>
            <a:off x="245706" y="1114007"/>
            <a:ext cx="453374" cy="6001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B468FAA-107B-3BD9-97AE-DE030EBE4F3D}"/>
              </a:ext>
            </a:extLst>
          </p:cNvPr>
          <p:cNvSpPr/>
          <p:nvPr/>
        </p:nvSpPr>
        <p:spPr>
          <a:xfrm>
            <a:off x="245706" y="783924"/>
            <a:ext cx="9525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- 1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551E2-A833-07A4-DFF9-6DD365899A3E}"/>
              </a:ext>
            </a:extLst>
          </p:cNvPr>
          <p:cNvSpPr/>
          <p:nvPr/>
        </p:nvSpPr>
        <p:spPr>
          <a:xfrm>
            <a:off x="699080" y="2197396"/>
            <a:ext cx="512305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OPEN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06458B-78D7-372C-DC31-6B4691C809B2}"/>
              </a:ext>
            </a:extLst>
          </p:cNvPr>
          <p:cNvSpPr/>
          <p:nvPr/>
        </p:nvSpPr>
        <p:spPr>
          <a:xfrm>
            <a:off x="245706" y="2196497"/>
            <a:ext cx="453374" cy="34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F95E7CA3-3E4F-D2FB-3B55-DDCCBE908969}"/>
              </a:ext>
            </a:extLst>
          </p:cNvPr>
          <p:cNvSpPr/>
          <p:nvPr/>
        </p:nvSpPr>
        <p:spPr>
          <a:xfrm>
            <a:off x="245706" y="1866414"/>
            <a:ext cx="9525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- 2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6E076B-6F7D-773D-5F9D-3D3CC5194B71}"/>
              </a:ext>
            </a:extLst>
          </p:cNvPr>
          <p:cNvSpPr/>
          <p:nvPr/>
        </p:nvSpPr>
        <p:spPr>
          <a:xfrm>
            <a:off x="699080" y="3020074"/>
            <a:ext cx="512305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variable_list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0551C7-55B1-BECB-C759-5E0153BC4AB1}"/>
              </a:ext>
            </a:extLst>
          </p:cNvPr>
          <p:cNvSpPr/>
          <p:nvPr/>
        </p:nvSpPr>
        <p:spPr>
          <a:xfrm>
            <a:off x="245706" y="3019175"/>
            <a:ext cx="453374" cy="34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5482F175-E62B-9C74-A507-9DF1DEBB40F7}"/>
              </a:ext>
            </a:extLst>
          </p:cNvPr>
          <p:cNvSpPr/>
          <p:nvPr/>
        </p:nvSpPr>
        <p:spPr>
          <a:xfrm>
            <a:off x="245706" y="2689092"/>
            <a:ext cx="9525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- 3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F1CFEC-D67D-B37A-A35C-711616F69A1A}"/>
              </a:ext>
            </a:extLst>
          </p:cNvPr>
          <p:cNvSpPr/>
          <p:nvPr/>
        </p:nvSpPr>
        <p:spPr>
          <a:xfrm>
            <a:off x="699080" y="3833382"/>
            <a:ext cx="5123058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FF"/>
                </a:solidFill>
                <a:latin typeface="Consolas" panose="020B0609020204030204" pitchFamily="49" charset="0"/>
              </a:rPr>
              <a:t>@@FETCH_STATUS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0 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394F60-1E6C-FB9C-F626-2DDEED94D574}"/>
              </a:ext>
            </a:extLst>
          </p:cNvPr>
          <p:cNvSpPr/>
          <p:nvPr/>
        </p:nvSpPr>
        <p:spPr>
          <a:xfrm>
            <a:off x="245706" y="3832483"/>
            <a:ext cx="453374" cy="11079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79C71ADE-B7B7-8587-933B-07895451E1BA}"/>
              </a:ext>
            </a:extLst>
          </p:cNvPr>
          <p:cNvSpPr/>
          <p:nvPr/>
        </p:nvSpPr>
        <p:spPr>
          <a:xfrm>
            <a:off x="245706" y="3502400"/>
            <a:ext cx="9525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- 4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AF2B4B-D27F-5AA4-B227-BA1D54447B24}"/>
              </a:ext>
            </a:extLst>
          </p:cNvPr>
          <p:cNvSpPr/>
          <p:nvPr/>
        </p:nvSpPr>
        <p:spPr>
          <a:xfrm>
            <a:off x="699080" y="5393825"/>
            <a:ext cx="512305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CLOSE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C95577-B2A2-398B-D5DE-7AE2AD8F83F5}"/>
              </a:ext>
            </a:extLst>
          </p:cNvPr>
          <p:cNvSpPr/>
          <p:nvPr/>
        </p:nvSpPr>
        <p:spPr>
          <a:xfrm>
            <a:off x="245706" y="5392926"/>
            <a:ext cx="453374" cy="34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68EEC572-D44B-283E-0568-695C10C3CC25}"/>
              </a:ext>
            </a:extLst>
          </p:cNvPr>
          <p:cNvSpPr/>
          <p:nvPr/>
        </p:nvSpPr>
        <p:spPr>
          <a:xfrm>
            <a:off x="245706" y="5072174"/>
            <a:ext cx="9525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- 5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AB52AF-E101-5B96-7F63-466E71324EDC}"/>
              </a:ext>
            </a:extLst>
          </p:cNvPr>
          <p:cNvSpPr/>
          <p:nvPr/>
        </p:nvSpPr>
        <p:spPr>
          <a:xfrm>
            <a:off x="699080" y="6208071"/>
            <a:ext cx="512305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DEALLOCATE </a:t>
            </a:r>
            <a:r>
              <a:rPr lang="en-GB" sz="1600" dirty="0" err="1">
                <a:latin typeface="Consolas" panose="020B0609020204030204" pitchFamily="49" charset="0"/>
              </a:rPr>
              <a:t>cursor_name</a:t>
            </a:r>
            <a:r>
              <a:rPr lang="en-GB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D579E0-A144-20CD-73D2-ADD0A57C43BB}"/>
              </a:ext>
            </a:extLst>
          </p:cNvPr>
          <p:cNvSpPr/>
          <p:nvPr/>
        </p:nvSpPr>
        <p:spPr>
          <a:xfrm>
            <a:off x="245706" y="6207172"/>
            <a:ext cx="453374" cy="34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FF1CE0F0-4C36-326A-9742-0ADDD4332915}"/>
              </a:ext>
            </a:extLst>
          </p:cNvPr>
          <p:cNvSpPr/>
          <p:nvPr/>
        </p:nvSpPr>
        <p:spPr>
          <a:xfrm>
            <a:off x="245706" y="5886420"/>
            <a:ext cx="9525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- 6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A720E8-5086-EB47-412D-8C64613DA9F9}"/>
              </a:ext>
            </a:extLst>
          </p:cNvPr>
          <p:cNvSpPr/>
          <p:nvPr/>
        </p:nvSpPr>
        <p:spPr>
          <a:xfrm>
            <a:off x="8355562" y="1059316"/>
            <a:ext cx="1334278" cy="541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DECLARE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B2D59-254B-C604-2960-057B83883511}"/>
              </a:ext>
            </a:extLst>
          </p:cNvPr>
          <p:cNvSpPr/>
          <p:nvPr/>
        </p:nvSpPr>
        <p:spPr>
          <a:xfrm>
            <a:off x="8355562" y="2003503"/>
            <a:ext cx="1334278" cy="541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57A25B-98B8-7C59-3DE4-3C19D77366A2}"/>
              </a:ext>
            </a:extLst>
          </p:cNvPr>
          <p:cNvSpPr/>
          <p:nvPr/>
        </p:nvSpPr>
        <p:spPr>
          <a:xfrm>
            <a:off x="8355562" y="2852685"/>
            <a:ext cx="1334278" cy="5411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FETCH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D20D9F-75D8-FB2D-26BC-8B3748C33A4E}"/>
              </a:ext>
            </a:extLst>
          </p:cNvPr>
          <p:cNvSpPr/>
          <p:nvPr/>
        </p:nvSpPr>
        <p:spPr>
          <a:xfrm>
            <a:off x="8355562" y="5135206"/>
            <a:ext cx="1334278" cy="5411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CLOSE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lowchart: Decision 29">
            <a:extLst>
              <a:ext uri="{FF2B5EF4-FFF2-40B4-BE49-F238E27FC236}">
                <a16:creationId xmlns:a16="http://schemas.microsoft.com/office/drawing/2014/main" id="{AA7A2294-C3B1-51EF-3CAE-D32E64989EFA}"/>
              </a:ext>
            </a:extLst>
          </p:cNvPr>
          <p:cNvSpPr/>
          <p:nvPr/>
        </p:nvSpPr>
        <p:spPr>
          <a:xfrm>
            <a:off x="8178379" y="3734709"/>
            <a:ext cx="1679510" cy="1059024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EMPTY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859EE9-D0D3-ABAE-EDF3-E792F474BCFB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9022701" y="1600492"/>
            <a:ext cx="0" cy="403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7DED6B2-C43A-2726-1253-0CCB7E8D84AA}"/>
              </a:ext>
            </a:extLst>
          </p:cNvPr>
          <p:cNvCxnSpPr>
            <a:cxnSpLocks/>
          </p:cNvCxnSpPr>
          <p:nvPr/>
        </p:nvCxnSpPr>
        <p:spPr>
          <a:xfrm>
            <a:off x="9018134" y="2549070"/>
            <a:ext cx="0" cy="3036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37822E9-7B70-152E-4058-3037D235A604}"/>
              </a:ext>
            </a:extLst>
          </p:cNvPr>
          <p:cNvCxnSpPr>
            <a:cxnSpLocks/>
          </p:cNvCxnSpPr>
          <p:nvPr/>
        </p:nvCxnSpPr>
        <p:spPr>
          <a:xfrm>
            <a:off x="9018728" y="3393861"/>
            <a:ext cx="0" cy="3291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5353F86-567F-E593-44B9-131C7CBEEDC7}"/>
              </a:ext>
            </a:extLst>
          </p:cNvPr>
          <p:cNvCxnSpPr>
            <a:cxnSpLocks/>
          </p:cNvCxnSpPr>
          <p:nvPr/>
        </p:nvCxnSpPr>
        <p:spPr>
          <a:xfrm>
            <a:off x="9018134" y="4793733"/>
            <a:ext cx="0" cy="3619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5EBEFFA-CA53-78D1-9D1D-B5A772AF2D22}"/>
              </a:ext>
            </a:extLst>
          </p:cNvPr>
          <p:cNvCxnSpPr>
            <a:cxnSpLocks/>
          </p:cNvCxnSpPr>
          <p:nvPr/>
        </p:nvCxnSpPr>
        <p:spPr>
          <a:xfrm flipH="1" flipV="1">
            <a:off x="9681373" y="3114806"/>
            <a:ext cx="168049" cy="1140948"/>
          </a:xfrm>
          <a:prstGeom prst="bentConnector3">
            <a:avLst>
              <a:gd name="adj1" fmla="val -13603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6AA354E-E1F2-A3B2-E039-8D8065EFC481}"/>
              </a:ext>
            </a:extLst>
          </p:cNvPr>
          <p:cNvSpPr txBox="1"/>
          <p:nvPr/>
        </p:nvSpPr>
        <p:spPr>
          <a:xfrm>
            <a:off x="9042953" y="4826804"/>
            <a:ext cx="474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  <a:endParaRPr lang="en-GB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882CAB6-EB7D-CF98-FB5C-4714667597CF}"/>
              </a:ext>
            </a:extLst>
          </p:cNvPr>
          <p:cNvSpPr/>
          <p:nvPr/>
        </p:nvSpPr>
        <p:spPr>
          <a:xfrm>
            <a:off x="8336936" y="6017855"/>
            <a:ext cx="1412033" cy="541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DEALLOCATE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4A7FE19-386C-3949-47F8-BF9C6A9E1F31}"/>
              </a:ext>
            </a:extLst>
          </p:cNvPr>
          <p:cNvCxnSpPr>
            <a:cxnSpLocks/>
          </p:cNvCxnSpPr>
          <p:nvPr/>
        </p:nvCxnSpPr>
        <p:spPr>
          <a:xfrm>
            <a:off x="9018134" y="5672444"/>
            <a:ext cx="0" cy="3291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BE26C75-C082-85CF-97DF-FFC2255EB42A}"/>
              </a:ext>
            </a:extLst>
          </p:cNvPr>
          <p:cNvSpPr txBox="1"/>
          <p:nvPr/>
        </p:nvSpPr>
        <p:spPr>
          <a:xfrm>
            <a:off x="10054693" y="3533125"/>
            <a:ext cx="474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18426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  <p:bldP spid="54" grpId="0" animBg="1"/>
      <p:bldP spid="5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CDD7-CD84-3862-4ABF-EA723AB62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SQL Cursor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31607-AC84-1927-EF5B-859F51588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b="0" dirty="0">
                <a:solidFill>
                  <a:srgbClr val="212121"/>
                </a:solidFill>
                <a:effectLst/>
                <a:latin typeface="+mj-lt"/>
              </a:rPr>
              <a:t>The following steps are involved in a SQL cursor life cycle. </a:t>
            </a:r>
          </a:p>
          <a:p>
            <a:pPr lvl="1" algn="l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212121"/>
                </a:solidFill>
                <a:effectLst/>
                <a:latin typeface="+mj-lt"/>
              </a:rPr>
              <a:t>Declaring Cursor</a:t>
            </a: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/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A cursor is declared by defining the SQL statement.</a:t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 </a:t>
            </a:r>
          </a:p>
          <a:p>
            <a:pPr lvl="1" algn="l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212121"/>
                </a:solidFill>
                <a:effectLst/>
                <a:latin typeface="+mj-lt"/>
              </a:rPr>
              <a:t>Opening Cursor</a:t>
            </a: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/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A cursor is opened for storing data retrieved from the result set.</a:t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 </a:t>
            </a:r>
          </a:p>
          <a:p>
            <a:pPr lvl="1" algn="l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212121"/>
                </a:solidFill>
                <a:effectLst/>
                <a:latin typeface="+mj-lt"/>
              </a:rPr>
              <a:t>Fetching Cursor</a:t>
            </a: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/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When a cursor is opened, rows can be fetched from the cursor one by one or in a block to do data manipulation.</a:t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 </a:t>
            </a:r>
          </a:p>
          <a:p>
            <a:pPr lvl="1" algn="l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212121"/>
                </a:solidFill>
                <a:effectLst/>
                <a:latin typeface="+mj-lt"/>
              </a:rPr>
              <a:t>Closing Cursor</a:t>
            </a: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/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The cursor should be closed explicitly after data manipulation.</a:t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 </a:t>
            </a:r>
          </a:p>
          <a:p>
            <a:pPr lvl="1" algn="l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212121"/>
                </a:solidFill>
                <a:effectLst/>
                <a:latin typeface="+mj-lt"/>
              </a:rPr>
              <a:t>Deallocating Cursor</a:t>
            </a: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/>
            </a:r>
            <a:b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</a:br>
            <a:r>
              <a:rPr lang="en-US" sz="2400" b="0" dirty="0">
                <a:solidFill>
                  <a:srgbClr val="212121"/>
                </a:solidFill>
                <a:effectLst/>
                <a:latin typeface="+mj-lt"/>
              </a:rPr>
              <a:t>Cursors should be deallocated to delete cursor definition and release all the system resources associated with the cursor.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070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AAEE-701C-B2C8-19CC-A36B5C90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Cursor Life Cycle - Steps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CF1F4-1C7A-F64A-7D44-C203A0B9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+mj-lt"/>
              </a:rPr>
              <a:t>D</a:t>
            </a:r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eclare a cursor.</a:t>
            </a:r>
          </a:p>
          <a:p>
            <a:pPr marL="544512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44512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select_statement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To declare a cursor, you specify its name after the DECLARE keyword with the CURSOR data type and provide a SELECT statement that defines the result set for the cursor.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Next, open and populate the cursor by executing the SELECT statement:</a:t>
            </a:r>
          </a:p>
          <a:p>
            <a:pPr marL="544512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OPEN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Then, fetch a row from the cursor into one or more variables</a:t>
            </a:r>
          </a:p>
          <a:p>
            <a:pPr marL="790575" lvl="2" indent="0" algn="l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variable_list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SQL Server provides the @@FETCHSTATUS function that returns the status of the last cursor FETCH statement executed against the cursor; </a:t>
            </a:r>
          </a:p>
          <a:p>
            <a:pPr lvl="1"/>
            <a:r>
              <a:rPr lang="en-US" dirty="0"/>
              <a:t>@ is used for user-defined variables.</a:t>
            </a:r>
          </a:p>
          <a:p>
            <a:pPr lvl="1"/>
            <a:r>
              <a:rPr lang="en-US" dirty="0"/>
              <a:t>@@ is reserved for built-in system functions or global variables.</a:t>
            </a:r>
          </a:p>
          <a:p>
            <a:pPr lvl="1"/>
            <a:r>
              <a:rPr lang="en-US" dirty="0"/>
              <a:t>In the case of @@FETCH_STATUS, it is a global variable in SQL Server that indicates the success or failure of the last cursor FETCH operation. </a:t>
            </a:r>
          </a:p>
          <a:p>
            <a:pPr marL="0" indent="-87312">
              <a:buNone/>
            </a:pPr>
            <a:endParaRPr lang="en-US" sz="2200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7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AAEE-701C-B2C8-19CC-A36B5C90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Cursor Life Cycle - Steps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CF1F4-1C7A-F64A-7D44-C203A0B9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can have the following values:</a:t>
            </a:r>
          </a:p>
          <a:p>
            <a:pPr lvl="1"/>
            <a:r>
              <a:rPr lang="en-US" dirty="0"/>
              <a:t>0: FETCH was successful.</a:t>
            </a:r>
          </a:p>
          <a:p>
            <a:pPr lvl="1"/>
            <a:r>
              <a:rPr lang="en-US" dirty="0"/>
              <a:t>-1: FETCH failed (end of result set or cursor is not open).</a:t>
            </a:r>
          </a:p>
          <a:p>
            <a:pPr lvl="1"/>
            <a:r>
              <a:rPr lang="en-US" dirty="0"/>
              <a:t>-2: Row fetched is missing.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If @@FETCHSTATUS returns 0, meaning the FETCH statement was successful.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You can use the WHILE statement to fetch all rows from the cursor as shown in the following code</a:t>
            </a:r>
          </a:p>
          <a:p>
            <a:pPr marL="544512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@@FETCH_STATUS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0  </a:t>
            </a:r>
          </a:p>
          <a:p>
            <a:pPr marL="544512" lvl="1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44512" lvl="1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pPr marL="544512" lvl="1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After that, close the cursor</a:t>
            </a:r>
            <a:endParaRPr lang="en-GB" b="0" i="0" dirty="0">
              <a:solidFill>
                <a:srgbClr val="000000"/>
              </a:solidFill>
              <a:effectLst/>
              <a:latin typeface="+mj-lt"/>
            </a:endParaRPr>
          </a:p>
          <a:p>
            <a:pPr marL="544512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CLOSE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cursor_name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Finally, deallocate the cursor</a:t>
            </a:r>
          </a:p>
          <a:p>
            <a:pPr marL="544512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DEALLOCATE </a:t>
            </a:r>
            <a:r>
              <a:rPr lang="en-GB" dirty="0" err="1">
                <a:latin typeface="Consolas" panose="020B0609020204030204" pitchFamily="49" charset="0"/>
              </a:rPr>
              <a:t>cursor_name</a:t>
            </a:r>
            <a:r>
              <a:rPr lang="en-GB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GB" sz="18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15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1: Cursor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7DC708-6E64-0AFA-E441-0D0905A1D471}"/>
              </a:ext>
            </a:extLst>
          </p:cNvPr>
          <p:cNvSpPr txBox="1">
            <a:spLocks/>
          </p:cNvSpPr>
          <p:nvPr/>
        </p:nvSpPr>
        <p:spPr>
          <a:xfrm>
            <a:off x="5919270" y="863444"/>
            <a:ext cx="5476518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AA944-04AA-97EF-DD45-9F4BAB75B2FB}"/>
              </a:ext>
            </a:extLst>
          </p:cNvPr>
          <p:cNvSpPr/>
          <p:nvPr/>
        </p:nvSpPr>
        <p:spPr>
          <a:xfrm>
            <a:off x="681912" y="771390"/>
            <a:ext cx="5123058" cy="56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@FirstName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250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@Salary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DECIMAL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cursor_person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FirstName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Salary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Person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OPEN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cursor_person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cursor_person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@FirstName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@Salary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FF"/>
                </a:solidFill>
                <a:latin typeface="Consolas" panose="020B0609020204030204" pitchFamily="49" charset="0"/>
              </a:rPr>
              <a:t>@@FETCH_STATUS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@FirstName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'-'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@Salary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cursor_person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@FirstName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@Salary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CLOSE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cursor_person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DEALLOCATE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cursor_person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2266E0-6817-FA22-AF14-3A29C7BC2D31}"/>
              </a:ext>
            </a:extLst>
          </p:cNvPr>
          <p:cNvSpPr/>
          <p:nvPr/>
        </p:nvSpPr>
        <p:spPr>
          <a:xfrm>
            <a:off x="232426" y="771390"/>
            <a:ext cx="453374" cy="56784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AD90EE71-A3FA-445D-257D-C640198FAC0E}"/>
              </a:ext>
            </a:extLst>
          </p:cNvPr>
          <p:cNvSpPr/>
          <p:nvPr/>
        </p:nvSpPr>
        <p:spPr>
          <a:xfrm>
            <a:off x="6096001" y="771390"/>
            <a:ext cx="9525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218A02-B623-2DD7-B528-E2D496DFE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58" y="1100574"/>
            <a:ext cx="2229948" cy="14505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812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- 2: Cursor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7DC708-6E64-0AFA-E441-0D0905A1D471}"/>
              </a:ext>
            </a:extLst>
          </p:cNvPr>
          <p:cNvSpPr txBox="1">
            <a:spLocks/>
          </p:cNvSpPr>
          <p:nvPr/>
        </p:nvSpPr>
        <p:spPr>
          <a:xfrm>
            <a:off x="5919270" y="863444"/>
            <a:ext cx="5476518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AA944-04AA-97EF-DD45-9F4BAB75B2FB}"/>
              </a:ext>
            </a:extLst>
          </p:cNvPr>
          <p:cNvSpPr/>
          <p:nvPr/>
        </p:nvSpPr>
        <p:spPr>
          <a:xfrm>
            <a:off x="681912" y="1619115"/>
            <a:ext cx="5123058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-- declare variables used in cursor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@city_name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128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@country_name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128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@city_id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-- declare cursor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cursor_city_country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city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city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city_name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country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country_name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city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country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city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country_id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country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-- open cursor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OPEN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cursor_city_country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2266E0-6817-FA22-AF14-3A29C7BC2D31}"/>
              </a:ext>
            </a:extLst>
          </p:cNvPr>
          <p:cNvSpPr/>
          <p:nvPr/>
        </p:nvSpPr>
        <p:spPr>
          <a:xfrm>
            <a:off x="232426" y="1619115"/>
            <a:ext cx="453374" cy="3970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62EC6-FEA4-645E-8E80-C3D0C5B3C953}"/>
              </a:ext>
            </a:extLst>
          </p:cNvPr>
          <p:cNvSpPr/>
          <p:nvPr/>
        </p:nvSpPr>
        <p:spPr>
          <a:xfrm>
            <a:off x="6614329" y="1619115"/>
            <a:ext cx="5123058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cursor_city_country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@city_id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@city_name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@country_name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@@FETCH_STATUS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'city id: '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@city_id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' - city name: '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@city_name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' - country name: '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@country_name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cursor_city_country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@city_id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@city_name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@country_name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-- close and deallocate cursor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CLOSE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cursor_city_country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DEALLOCATE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cursor_city_country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EA04DC-3985-1D20-42CB-534DB42F57EA}"/>
              </a:ext>
            </a:extLst>
          </p:cNvPr>
          <p:cNvSpPr/>
          <p:nvPr/>
        </p:nvSpPr>
        <p:spPr>
          <a:xfrm>
            <a:off x="6164843" y="1619115"/>
            <a:ext cx="453374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28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8920A2-260D-6D7A-D263-23052829BF66}"/>
              </a:ext>
            </a:extLst>
          </p:cNvPr>
          <p:cNvSpPr txBox="1"/>
          <p:nvPr/>
        </p:nvSpPr>
        <p:spPr>
          <a:xfrm>
            <a:off x="164485" y="846290"/>
            <a:ext cx="11572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52525"/>
                </a:solidFill>
                <a:effectLst/>
                <a:latin typeface="+mj-lt"/>
              </a:rPr>
              <a:t>We want to get all cities ids and names, together with their related country names.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52525"/>
                </a:solidFill>
                <a:effectLst/>
                <a:latin typeface="+mj-lt"/>
              </a:rPr>
              <a:t>We will use the PRINT command to print combinations in </a:t>
            </a:r>
            <a:r>
              <a:rPr lang="en-US" b="1" i="0" dirty="0">
                <a:solidFill>
                  <a:srgbClr val="252525"/>
                </a:solidFill>
                <a:effectLst/>
                <a:latin typeface="+mj-lt"/>
              </a:rPr>
              <a:t>each pass of the loop</a:t>
            </a:r>
            <a:r>
              <a:rPr lang="en-US" b="0" i="0" dirty="0">
                <a:solidFill>
                  <a:srgbClr val="252525"/>
                </a:solidFill>
                <a:effectLst/>
                <a:latin typeface="+mj-lt"/>
              </a:rPr>
              <a:t>.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765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  <p:bldP spid="9" grpId="0" build="p" animBg="1"/>
      <p:bldP spid="12" grpId="0" animBg="1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C660-A772-6422-4A12-E91F7CF4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Cursor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2C45-9EE9-16FE-FC8F-FB38AAA09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r>
              <a:rPr lang="en-US" dirty="0"/>
              <a:t>Some primary applications of cursors are:</a:t>
            </a:r>
          </a:p>
          <a:p>
            <a:pPr marL="369888" indent="-457200"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</a:rPr>
              <a:t>Processing Row-by-Row Logic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Applying different tax rates based on employee salary slabs.</a:t>
            </a:r>
          </a:p>
          <a:p>
            <a:pPr marL="369888" indent="-457200"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</a:rPr>
              <a:t>Complex Row-Based Operations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Updating one table based on the sequential processing of another table.</a:t>
            </a:r>
          </a:p>
          <a:p>
            <a:pPr marL="369888" indent="-457200"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</a:rPr>
              <a:t>Handling Multiple Result Sets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Combining records from different tables dynamically.</a:t>
            </a:r>
          </a:p>
          <a:p>
            <a:pPr marL="369888" indent="-457200"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</a:rPr>
              <a:t>Debugging and Testing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Checking intermediate results while developing a complex query.</a:t>
            </a:r>
          </a:p>
          <a:p>
            <a:pPr marL="369888" indent="-457200"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</a:rPr>
              <a:t>Debugging and Testing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Tracking row changes before performing updates or deletes.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2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53E7E6-9A71-88A8-96FA-AD528F5B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91D1B-5D13-7725-B2BA-A0D3A30A8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4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9813</TotalTime>
  <Words>3419</Words>
  <Application>Microsoft Office PowerPoint</Application>
  <PresentationFormat>Widescreen</PresentationFormat>
  <Paragraphs>1103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Arial</vt:lpstr>
      <vt:lpstr>Wingdings 3</vt:lpstr>
      <vt:lpstr>Segoe UI Black</vt:lpstr>
      <vt:lpstr>Lohit Gujarati</vt:lpstr>
      <vt:lpstr>Wingdings 2</vt:lpstr>
      <vt:lpstr>Roboto Condensed</vt:lpstr>
      <vt:lpstr>Wingdings</vt:lpstr>
      <vt:lpstr>Calibri</vt:lpstr>
      <vt:lpstr>Roboto Condensed Light</vt:lpstr>
      <vt:lpstr>Consolas</vt:lpstr>
      <vt:lpstr>Shruti</vt:lpstr>
      <vt:lpstr>Office Theme</vt:lpstr>
      <vt:lpstr>Unit-1  Functions,  Stored Procedures and Cursor</vt:lpstr>
      <vt:lpstr>PowerPoint Presentation</vt:lpstr>
      <vt:lpstr>Functions</vt:lpstr>
      <vt:lpstr>PowerPoint Presentation</vt:lpstr>
      <vt:lpstr>Introduction : Function</vt:lpstr>
      <vt:lpstr>Types of Functions</vt:lpstr>
      <vt:lpstr>System Functions</vt:lpstr>
      <vt:lpstr>User-Defined Functions (UDF)</vt:lpstr>
      <vt:lpstr>User Defined Functions</vt:lpstr>
      <vt:lpstr>How to create function?</vt:lpstr>
      <vt:lpstr>Example : UDF</vt:lpstr>
      <vt:lpstr>Example : UDF</vt:lpstr>
      <vt:lpstr>Example : UDF</vt:lpstr>
      <vt:lpstr>Example : UDF</vt:lpstr>
      <vt:lpstr>PowerPoint Presentation</vt:lpstr>
      <vt:lpstr>Stored Procedures</vt:lpstr>
      <vt:lpstr>Why Stored Procedure?</vt:lpstr>
      <vt:lpstr>What is Stored Procedure?</vt:lpstr>
      <vt:lpstr>What is Stored Procedure? (Cont..)</vt:lpstr>
      <vt:lpstr>Example of Stored Procedure (SP) without parameter [SelectByName]</vt:lpstr>
      <vt:lpstr>Example of Stored Procedure (SP) with Parameter [SelectByPK]</vt:lpstr>
      <vt:lpstr>Example of Stored Procedure (SP) [Insert]</vt:lpstr>
      <vt:lpstr>Example of Stored Procedure (SP) [Update]</vt:lpstr>
      <vt:lpstr>Example of Stored Procedure (SP) [Delete]</vt:lpstr>
      <vt:lpstr>Example of Stored Procedure (SP) [NULL] As Default Parameter</vt:lpstr>
      <vt:lpstr>Stored Procedure OUT/OUTPUT Parameter</vt:lpstr>
      <vt:lpstr>Example of Stored Procedure (SP) [OUT] Parameter</vt:lpstr>
      <vt:lpstr>Stored Procedure Important Error Messages [Remember]</vt:lpstr>
      <vt:lpstr>Exercise: Stored Procedure </vt:lpstr>
      <vt:lpstr>Function v/s Procedure</vt:lpstr>
      <vt:lpstr>Function v/s Procedure (Cont..)</vt:lpstr>
      <vt:lpstr>Cursors</vt:lpstr>
      <vt:lpstr>Introduction : Cursor</vt:lpstr>
      <vt:lpstr>Types of Cursor </vt:lpstr>
      <vt:lpstr>SQL Cursor Life Cycle - Steps</vt:lpstr>
      <vt:lpstr>SQL Cursor Life Cycle</vt:lpstr>
      <vt:lpstr>SQL Cursor Life Cycle - Steps (Cont..)</vt:lpstr>
      <vt:lpstr>SQL Cursor Life Cycle - Steps (Cont..)</vt:lpstr>
      <vt:lpstr>Example – 1: Cursor</vt:lpstr>
      <vt:lpstr>Example - 2: Cursor</vt:lpstr>
      <vt:lpstr>Applications of Cursor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350</cp:revision>
  <dcterms:created xsi:type="dcterms:W3CDTF">2020-05-01T05:09:15Z</dcterms:created>
  <dcterms:modified xsi:type="dcterms:W3CDTF">2025-11-30T06:11:17Z</dcterms:modified>
</cp:coreProperties>
</file>